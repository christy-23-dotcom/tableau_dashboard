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Lst>
  <p:notesMasterIdLst>
    <p:notesMasterId r:id="rId6"/>
  </p:notesMasterIdLst>
  <p:sldIdLst>
    <p:sldId id="256" r:id="rId7"/>
    <p:sldId id="262" r:id="rId8"/>
    <p:sldId id="261" r:id="rId9"/>
    <p:sldId id="263" r:id="rId10"/>
    <p:sldId id="264" r:id="rId11"/>
    <p:sldId id="265" r:id="rId12"/>
    <p:sldId id="266" r:id="rId13"/>
    <p:sldId id="267" r:id="rId14"/>
    <p:sldId id="268" r:id="rId15"/>
    <p:sldId id="257" r:id="rId16"/>
    <p:sldId id="269" r:id="rId17"/>
    <p:sldId id="270" r:id="rId18"/>
    <p:sldId id="259" r:id="rId19"/>
    <p:sldId id="258" r:id="rId20"/>
    <p:sldId id="260" r:id="rId21"/>
  </p:sldIdLst>
  <p:sldSz cx="9144000" cy="5143500"/>
  <p:notesSz cx="6858000" cy="9144000"/>
  <p:defaultText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71595575" val="1230" revOS="4"/>
      <pr:smFileRevision xmlns:pr="smNativeData" xmlns="smNativeData" dt="1771595575" val="101"/>
      <pr:guideOptions xmlns:pr="smNativeData" xmlns="smNativeData" dt="1771595575" snapToGrid="1" snapToBorder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p:cViewPr varScale="1">
        <p:scale>
          <a:sx n="86" d="100"/>
          <a:sy n="86" d="100"/>
        </p:scale>
        <p:origin x="851" y="159"/>
      </p:cViewPr>
      <p:guideLst x="0" y="0">
        <p:guide orient="horz" pos="1620"/>
        <p:guide pos="2880"/>
      </p:guideLst>
    </p:cSldViewPr>
  </p:slideViewPr>
  <p:outlineViewPr>
    <p:cViewPr>
      <p:scale>
        <a:sx n="33" d="100"/>
        <a:sy n="33" d="100"/>
      </p:scale>
      <p:origin x="0" y="0"/>
    </p:cViewPr>
  </p:outlineViewPr>
  <p:sorterViewPr>
    <p:cViewPr>
      <p:scale>
        <a:sx n="17" d="100"/>
        <a:sy n="17" d="100"/>
      </p:scale>
      <p:origin x="0" y="0"/>
    </p:cViewPr>
  </p:sorterViewPr>
  <p:notesViewPr>
    <p:cSldViewPr>
      <p:cViewPr>
        <p:scale>
          <a:sx n="86" d="100"/>
          <a:sy n="86" d="100"/>
        </p:scale>
        <p:origin x="851" y="159"/>
      </p:cViewPr>
    </p:cSldViewPr>
  </p:notesViewPr>
  <p:gridSpacing cx="156057600" cy="15605760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IEgAA0wIAABAAAAAmAAAACAAAAD+PAAAAAAAA"/>
              </a:ext>
            </a:extLst>
          </p:cNvSpPr>
          <p:nvPr>
            <p:ph type="hdr" sz="quarter"/>
          </p:nvPr>
        </p:nvSpPr>
        <p:spPr>
          <a:xfrm>
            <a:off x="0" y="0"/>
            <a:ext cx="2971800" cy="459105"/>
          </a:xfrm>
          <a:prstGeom prst="rect">
            <a:avLst/>
          </a:prstGeom>
        </p:spPr>
        <p:txBody>
          <a:bodyPr vert="horz" wrap="square" lIns="91440" tIns="45720" rIns="91440" bIns="45720" numCol="1" spcCol="215900" anchor="t">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3" name="Date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D+PAAAAAAAA"/>
              </a:ext>
            </a:extLst>
          </p:cNvSpPr>
          <p:nvPr>
            <p:ph type="dt" idx="10"/>
          </p:nvPr>
        </p:nvSpPr>
        <p:spPr>
          <a:xfrm>
            <a:off x="3884930" y="0"/>
            <a:ext cx="2971800" cy="459105"/>
          </a:xfrm>
          <a:prstGeom prst="rect">
            <a:avLst/>
          </a:prstGeom>
        </p:spPr>
        <p:txBody>
          <a:bodyPr vert="horz" wrap="square" lIns="91440" tIns="45720" rIns="91440" bIns="45720" numCol="1" spcCol="215900" anchor="t">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9971172-3CF4-C2E7-BA2F-CAB25F614C9F}" type="datetime1">
              <a:t>11/17/2022</a:t>
            </a:fld>
          </a:p>
        </p:txBody>
      </p:sp>
      <p:sp>
        <p:nvSpPr>
          <p:cNvPr id="4" name="Slide Image Placeholder 3"/>
          <p:cNvSpPr>
            <a:spLocks noGrp="1" noChangeArrowheads="1"/>
            <a:extLst>
              <a:ext uri="smNativeData">
                <pr:smNativeData xmlns:pr="smNativeData" xmlns="smNativeData" val="SMDATA_15_N2eYaR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L8PAAD/HwAA"/>
              </a:ext>
            </a:extLst>
          </p:cNvSpPr>
          <p:nvPr>
            <p:ph type="sldImg" idx="2"/>
          </p:nvPr>
        </p:nvSpPr>
        <p:spPr>
          <a:xfrm>
            <a:off x="685800" y="1143000"/>
            <a:ext cx="5486400" cy="3086100"/>
          </a:xfrm>
          <a:prstGeom prst="rect">
            <a:avLst/>
          </a:prstGeom>
          <a:noFill/>
          <a:ln w="12700" cap="flat" cmpd="sng" algn="ctr">
            <a:solidFill>
              <a:srgbClr val="000000"/>
            </a:solidFill>
            <a:prstDash val="solid"/>
            <a:headEnd type="none"/>
            <a:tailEnd type="none"/>
          </a:ln>
        </p:spPr>
        <p:txBody>
          <a:bodyPr vert="horz" wrap="square" lIns="91440" tIns="45720" rIns="91440" bIns="45720" numCol="1" spcCol="215900" anchor="ctr">
            <a:prstTxWarp prst="textNoShape">
              <a:avLst/>
            </a:prstTxWarp>
          </a:bodyPr>
          <a:lstStyle/>
          <a:p>
            <a:pPr>
              <a:defRPr lang="en-us"/>
            </a:pPr>
          </a:p>
        </p:txBody>
      </p:sp>
      <p:sp>
        <p:nvSpPr>
          <p:cNvPr id="5" name="Notes Placeholder 4"/>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D8PAAD/HwAA"/>
              </a:ext>
            </a:extLst>
          </p:cNvSpPr>
          <p:nvPr>
            <p:ph type="body" idx="3"/>
          </p:nvPr>
        </p:nvSpPr>
        <p:spPr>
          <a:xfrm>
            <a:off x="685800" y="4400550"/>
            <a:ext cx="5486400" cy="3600450"/>
          </a:xfrm>
          <a:prstGeom prst="rect">
            <a:avLst/>
          </a:prstGeom>
          <a:noFill/>
          <a:ln>
            <a:noFill/>
          </a:ln>
        </p:spPr>
        <p:txBody>
          <a:bodyPr vert="horz" wrap="square" lIns="91440" tIns="45720" rIns="91440" bIns="45720" numCol="1" spcCol="215900" anchor="t">
            <a:prstTxWarp prst="textNoShape">
              <a:avLst/>
            </a:prstTxWarp>
          </a:body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6" name="Footer Placeholder 5"/>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G41AABIEgAAQDgAABAAAAAmAAAACAAAAL+PAAD/HwAA"/>
              </a:ext>
            </a:extLst>
          </p:cNvSpPr>
          <p:nvPr>
            <p:ph type="ftr" sz="quarter" idx="11"/>
          </p:nvPr>
        </p:nvSpPr>
        <p:spPr>
          <a:xfrm>
            <a:off x="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7" name="Slide Number Placeholder 6"/>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L+PAAD/HwAA"/>
              </a:ext>
            </a:extLst>
          </p:cNvSpPr>
          <p:nvPr>
            <p:ph type="sldNum" sz="quarter" idx="12"/>
          </p:nvPr>
        </p:nvSpPr>
        <p:spPr>
          <a:xfrm>
            <a:off x="388493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99728BC-F2F4-C2DE-BA2F-048B66614C51}" type="slidenum">
              <a:t>‹#›</a:t>
            </a:fld>
          </a:p>
        </p:txBody>
      </p:sp>
    </p:spTree>
  </p:cSld>
  <p:clrMap bg1="lt1" tx1="dk1" bg2="lt2" tx2="dk2" accent1="accent1" accent2="accent2" accent3="accent3" accent4="accent4" accent5="accent5" accent6="accent6" hlink="hlink" folHlink="folHlink"/>
  <p:hf hdr="0" ftr="0"/>
  <p:notesStyle>
    <a:lvl1pPr marL="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9pPr>
  </p:notesStyle>
</p:notesMaster>
</file>

<file path=ppt/notesSlides/_rels/notesSlide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themeOverride" Target="../theme/themeOverride1.xml"/></Relationships>
</file>

<file path=ppt/notesSlides/notesSlide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N2eYaRMAAAAlAAAAZAAAAC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p>
        </p:txBody>
      </p:sp>
      <p:sp>
        <p:nvSpPr>
          <p:cNvPr id="4" name="Slide Number Placeholder 3"/>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199719A0-EEF4-C2EF-BA2F-18BA57614C4D}" type="slidenum">
              <a:t>5</a:t>
            </a:fld>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reserve="1">
  <p:cSld name="Title Slide">
    <p:bg>
      <p:bgPr>
        <a:blipFill>
          <a:blip r:embed="rId2"/>
          <a:srcRect/>
          <a:stretch/>
        </a:blipFill>
        <a:effectLst/>
      </p:bgPr>
    </p:bg>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AAAAAAAAAAAEAAAAAAAAAPAAAACoAAAAqAAAAZAAAAGQAAAAAAAAAy8vLADwAAAAqAAAAKgAAAGQAAABkAAAAAAAAABcAAAAUAAAAAAAAAAAAAAD/fwAA/38AAAAAAAAJAAAABAAAAAAAAAA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MvLywDAwP8Af39/AAAAAAAAAAAAAAAAAAAAAAAAAAAAIQAAABgAAAAUAAAAtAMAANIPAACsMgAAkhkAABAAAAAmAAAACAAAAAGgAAB/4MEB"/>
              </a:ext>
            </a:extLst>
          </p:cNvSpPr>
          <p:nvPr>
            <p:ph type="ctrTitle"/>
          </p:nvPr>
        </p:nvSpPr>
        <p:spPr>
          <a:xfrm>
            <a:off x="601980" y="2571750"/>
            <a:ext cx="7635240" cy="1584960"/>
          </a:xfrm>
          <a:noFill/>
          <a:effectLst>
            <a:outerShdw blurRad="50800" dist="37717" dir="2700000" algn="tl">
              <a:srgbClr val="000000">
                <a:alpha val="40000"/>
              </a:srgbClr>
            </a:outerShdw>
          </a:effectLst>
        </p:spPr>
        <p:txBody>
          <a:bodyPr vert="horz" wrap="square" lIns="91440" tIns="45720" rIns="91440" bIns="45720" numCol="1" spcCol="215900" anchor="ctr">
            <a:prstTxWarp prst="textNoShape">
              <a:avLst/>
            </a:prstTxWarp>
          </a:bodyPr>
          <a:lstStyle>
            <a:lvl1pPr algn="r">
              <a:defRPr lang="en-us" sz="3600" cap="none">
                <a:solidFill>
                  <a:srgbClr val="FF0066"/>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a:t>
            </a:r>
            <a:br/>
            <a:r>
              <a:t>Master title style</a:t>
            </a:r>
          </a:p>
        </p:txBody>
      </p:sp>
      <p:sp>
        <p:nvSpPr>
          <p:cNvPr id="3" name="Subtitle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AMAAPEKAACsMgAAjg8AABAAAAAmAAAACAAAAAGgAAAAAAAA"/>
              </a:ext>
            </a:extLst>
          </p:cNvSpPr>
          <p:nvPr>
            <p:ph type="subTitle" idx="1"/>
          </p:nvPr>
        </p:nvSpPr>
        <p:spPr>
          <a:xfrm>
            <a:off x="601980" y="1778635"/>
            <a:ext cx="7635240" cy="749935"/>
          </a:xfrm>
        </p:spPr>
        <p:txBody>
          <a:bodyPr vert="horz" wrap="square" lIns="91440" tIns="45720" rIns="91440" bIns="45720" numCol="1" spcCol="215900" anchor="t">
            <a:prstTxWarp prst="textNoShape">
              <a:avLst/>
            </a:prstTxWarp>
          </a:bodyPr>
          <a:lstStyle>
            <a:lvl1pPr marL="0" indent="0" algn="r">
              <a:buNone/>
              <a:defRPr lang="en-us" sz="2800" b="0" i="0" cap="none">
                <a:solidFill>
                  <a:schemeClr val="tx1"/>
                </a:solidFill>
              </a:defRPr>
            </a:lvl1pPr>
            <a:lvl2pPr marL="457200" indent="0" algn="ctr">
              <a:buNone/>
              <a:defRPr lang="en-us" cap="none">
                <a:solidFill>
                  <a:srgbClr val="8C8C8C"/>
                </a:solidFill>
              </a:defRPr>
            </a:lvl2pPr>
            <a:lvl3pPr marL="914400" indent="0" algn="ctr">
              <a:buNone/>
              <a:defRPr lang="en-us" cap="none">
                <a:solidFill>
                  <a:srgbClr val="8C8C8C"/>
                </a:solidFill>
              </a:defRPr>
            </a:lvl3pPr>
            <a:lvl4pPr marL="1371600" indent="0" algn="ctr">
              <a:buNone/>
              <a:defRPr lang="en-us" cap="none">
                <a:solidFill>
                  <a:srgbClr val="8C8C8C"/>
                </a:solidFill>
              </a:defRPr>
            </a:lvl4pPr>
            <a:lvl5pPr marL="1828800" indent="0" algn="ctr">
              <a:buNone/>
              <a:defRPr lang="en-us" cap="none">
                <a:solidFill>
                  <a:srgbClr val="8C8C8C"/>
                </a:solidFill>
              </a:defRPr>
            </a:lvl5pPr>
            <a:lvl6pPr marL="2286000" indent="0" algn="ctr">
              <a:buNone/>
              <a:defRPr lang="en-us" cap="none">
                <a:solidFill>
                  <a:srgbClr val="8C8C8C"/>
                </a:solidFill>
              </a:defRPr>
            </a:lvl6pPr>
            <a:lvl7pPr marL="2743200" indent="0" algn="ctr">
              <a:buNone/>
              <a:defRPr lang="en-us" cap="none">
                <a:solidFill>
                  <a:srgbClr val="8C8C8C"/>
                </a:solidFill>
              </a:defRPr>
            </a:lvl7pPr>
            <a:lvl8pPr marL="3200400" indent="0" algn="ctr">
              <a:buNone/>
              <a:defRPr lang="en-us" cap="none">
                <a:solidFill>
                  <a:srgbClr val="8C8C8C"/>
                </a:solidFill>
              </a:defRPr>
            </a:lvl8pPr>
            <a:lvl9pPr marL="3657600" indent="0" algn="ctr">
              <a:buNone/>
              <a:defRPr lang="en-us" cap="none">
                <a:solidFill>
                  <a:srgbClr val="8C8C8C"/>
                </a:solidFill>
              </a:defRPr>
            </a:lvl9pPr>
          </a:lstStyle>
          <a:p>
            <a:pPr>
              <a:defRPr lang="en-us"/>
            </a:pPr>
            <a:r>
              <a:t>Click to edit Master subtitle style</a:t>
            </a:r>
          </a:p>
        </p:txBody>
      </p:sp>
      <p:sp>
        <p:nvSpPr>
          <p:cNvPr id="4" name="Date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37E0-AEF4-C2C1-BA2F-589479614C0D}" type="datetime1">
              <a:t/>
            </a:fld>
          </a:p>
        </p:txBody>
      </p:sp>
      <p:sp>
        <p:nvSpPr>
          <p:cNvPr id="5" name="Footer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5BB8-F6F4-C2AD-BA2F-00F815614C55}" type="slidenum">
              <a:t/>
            </a:fld>
          </a:p>
        </p:txBody>
      </p:sp>
    </p:spTree>
  </p:cSld>
  <p:clrMapOvr>
    <a:masterClrMapping/>
  </p:clrMapOvr>
  <p:hf hdr="0" ftr="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reserve="1">
  <p:cSld name="Title and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LsBAABwNQAAbQYAABAAAAAmAAAACAAAAAGgAAAAAAAA"/>
              </a:ext>
            </a:extLst>
          </p:cNvSpPr>
          <p:nvPr>
            <p:ph type="title"/>
          </p:nvPr>
        </p:nvSpPr>
        <p:spPr>
          <a:xfrm>
            <a:off x="457200" y="281305"/>
            <a:ext cx="8229600" cy="763270"/>
          </a:xfrm>
        </p:spPr>
        <p:txBody>
          <a:bodyPr vert="horz" wrap="square" lIns="91440" tIns="45720" rIns="91440" bIns="45720" numCol="1" spcCol="215900" anchor="ctr">
            <a:prstTxWarp prst="textNoShape">
              <a:avLst/>
            </a:prstTxWarp>
          </a:bodyPr>
          <a:lstStyle>
            <a:lvl1pPr algn="r">
              <a:defRPr lang="en-us" sz="3600" cap="none" baseline="0">
                <a:solidFill>
                  <a:srgbClr val="FF0066"/>
                </a:solidFill>
                <a:effectLst>
                  <a:outerShdw dist="63500" dir="3600000" algn="tl" rotWithShape="0">
                    <a:srgbClr val="000000">
                      <a:alpha val="40000"/>
                    </a:srgbClr>
                  </a:outerShdw>
                </a:effectLst>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HMvc2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E4IAABwNQAAVB0AABAAAAAmAAAACAAAAAGAAAAAAAAA"/>
              </a:ext>
            </a:extLst>
          </p:cNvSpPr>
          <p:nvPr>
            <p:ph idx="1"/>
          </p:nvPr>
        </p:nvSpPr>
        <p:spPr>
          <a:xfrm>
            <a:off x="457200" y="1350010"/>
            <a:ext cx="8229600" cy="3417570"/>
          </a:xfrm>
        </p:spPr>
        <p:txBody>
          <a:bodyPr/>
          <a:lstStyle>
            <a:lvl1pPr algn="l">
              <a:defRPr lang="en-us" sz="2800" cap="none">
                <a:solidFill>
                  <a:schemeClr val="tx1"/>
                </a:solidFill>
              </a:defRPr>
            </a:lvl1pPr>
            <a:lvl2pPr algn="l">
              <a:defRPr lang="en-us" cap="none">
                <a:solidFill>
                  <a:schemeClr val="tx1"/>
                </a:solidFill>
              </a:defRPr>
            </a:lvl2pPr>
            <a:lvl3pPr algn="l">
              <a:defRPr lang="en-us" cap="none">
                <a:solidFill>
                  <a:schemeClr val="tx1"/>
                </a:solidFill>
              </a:defRPr>
            </a:lvl3pPr>
            <a:lvl4pPr algn="l">
              <a:defRPr lang="en-us" cap="none">
                <a:solidFill>
                  <a:schemeClr val="tx1"/>
                </a:solidFill>
              </a:defRPr>
            </a:lvl4pPr>
            <a:lvl5pPr algn="l">
              <a:defRPr lang="en-us" cap="none">
                <a:solidFill>
                  <a:schemeClr val="tx1"/>
                </a:solidFill>
              </a:defRPr>
            </a:lvl5pPr>
            <a:lvl6pPr>
              <a:defRPr lang="en-us" cap="none"/>
            </a:lvl6pPr>
            <a:lvl7pPr>
              <a:defRPr lang="en-us" cap="none"/>
            </a:lvl7pPr>
            <a:lvl8pPr>
              <a:defRPr lang="en-us" cap="none"/>
            </a:lvl8pPr>
            <a:lvl9pPr>
              <a:defRPr lang="en-us"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HMvc2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7B06-48F4-C28D-BA2F-BED835614CEB}" type="datetime1">
              <a:t/>
            </a:fld>
          </a:p>
        </p:txBody>
      </p:sp>
      <p:sp>
        <p:nvSpPr>
          <p:cNvPr id="5" name="Footer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HMvc2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68C0-8EF4-C29E-BA2F-78CB26614C2D}" type="slidenum">
              <a:t/>
            </a:fld>
          </a:p>
        </p:txBody>
      </p:sp>
    </p:spTree>
  </p:cSld>
  <p:clrMapOvr>
    <a:masterClrMapping/>
  </p:clrMapOvr>
  <p:hf hdr="0" ftr="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reserve="1">
  <p:cSld name="1_Title and Content">
    <p:bg>
      <p:bgPr>
        <a:blipFill>
          <a:blip r:embed="rId2"/>
          <a:srcRect/>
          <a:stretch/>
        </a:blipFill>
        <a:effectLst/>
      </p:bgPr>
    </p:bg>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Q4AAOEAAABwNQAAcAYAABAAAAAmAAAACAAAAAGgAAAAAAAA"/>
              </a:ext>
            </a:extLst>
          </p:cNvSpPr>
          <p:nvPr>
            <p:ph type="title"/>
          </p:nvPr>
        </p:nvSpPr>
        <p:spPr>
          <a:xfrm>
            <a:off x="2281555" y="142875"/>
            <a:ext cx="6405245" cy="903605"/>
          </a:xfrm>
        </p:spPr>
        <p:txBody>
          <a:bodyPr vert="horz" wrap="square" lIns="91440" tIns="45720" rIns="91440" bIns="45720" numCol="1" spcCol="215900" anchor="ctr">
            <a:prstTxWarp prst="textNoShape">
              <a:avLst/>
            </a:prstTxWarp>
          </a:bodyPr>
          <a:lstStyle>
            <a:lvl1pPr algn="l">
              <a:defRPr lang="en-us" sz="3600" cap="none">
                <a:solidFill>
                  <a:srgbClr val="FF0066"/>
                </a:solidFill>
                <a:effectLst>
                  <a:outerShdw dist="63500" dir="3600000" algn="tl" rotWithShape="0">
                    <a:srgbClr val="000000">
                      <a:alpha val="40000"/>
                    </a:srgbClr>
                  </a:outerShdw>
                </a:effectLst>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Q4AAK0GAABwNQAALh0AABAAAAAmAAAACAAAAAGAAAAAAAAA"/>
              </a:ext>
            </a:extLst>
          </p:cNvSpPr>
          <p:nvPr>
            <p:ph idx="1"/>
          </p:nvPr>
        </p:nvSpPr>
        <p:spPr>
          <a:xfrm>
            <a:off x="2281555" y="1085215"/>
            <a:ext cx="6405245" cy="3658235"/>
          </a:xfrm>
        </p:spPr>
        <p:txBody>
          <a:bodyPr/>
          <a:lstStyle>
            <a:lvl1pPr algn="l">
              <a:defRPr lang="en-us" sz="2800" cap="none">
                <a:solidFill>
                  <a:schemeClr val="bg1"/>
                </a:solidFill>
              </a:defRPr>
            </a:lvl1pPr>
            <a:lvl2pPr algn="l">
              <a:defRPr lang="en-us" cap="none">
                <a:solidFill>
                  <a:schemeClr val="bg1"/>
                </a:solidFill>
              </a:defRPr>
            </a:lvl2pPr>
            <a:lvl3pPr algn="l">
              <a:defRPr lang="en-us" cap="none">
                <a:solidFill>
                  <a:schemeClr val="bg1"/>
                </a:solidFill>
              </a:defRPr>
            </a:lvl3pPr>
            <a:lvl4pPr algn="l">
              <a:defRPr lang="en-us" cap="none">
                <a:solidFill>
                  <a:schemeClr val="bg1"/>
                </a:solidFill>
              </a:defRPr>
            </a:lvl4pPr>
            <a:lvl5pPr algn="l">
              <a:defRPr lang="en-us" cap="none">
                <a:solidFill>
                  <a:schemeClr val="bg1"/>
                </a:solidFill>
              </a:defRPr>
            </a:lvl5pPr>
            <a:lvl6pPr>
              <a:defRPr lang="en-us" cap="none"/>
            </a:lvl6pPr>
            <a:lvl7pPr>
              <a:defRPr lang="en-us" cap="none"/>
            </a:lvl7pPr>
            <a:lvl8pPr>
              <a:defRPr lang="en-us" cap="none"/>
            </a:lvl8pPr>
            <a:lvl9pPr>
              <a:defRPr lang="en-us"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1244-0AF4-C2E4-BA2F-FCB15C614CA9}" type="datetime1">
              <a:t/>
            </a:fld>
          </a:p>
        </p:txBody>
      </p:sp>
      <p:sp>
        <p:nvSpPr>
          <p:cNvPr id="5" name="Footer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031D-53F4-C2F5-BA2F-A5A04D614CF0}" type="slidenum">
              <a:t/>
            </a:fld>
          </a:p>
        </p:txBody>
      </p:sp>
    </p:spTree>
  </p:cSld>
  <p:clrMapOvr>
    <a:masterClrMapping/>
  </p:clrMapOvr>
  <p:hf hdr="0" ftr="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secHead" preserve="1">
  <p:cSld name="Section Header">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gQAAFUUAABCNAAAnhoAABAAAAAmAAAACAAAAIGAAAAAAAAA"/>
              </a:ext>
            </a:extLst>
          </p:cNvSpPr>
          <p:nvPr>
            <p:ph type="title"/>
          </p:nvPr>
        </p:nvSpPr>
        <p:spPr>
          <a:xfrm>
            <a:off x="722630" y="3305175"/>
            <a:ext cx="7772400" cy="1021715"/>
          </a:xfrm>
        </p:spPr>
        <p:txBody>
          <a:bodyPr vert="horz" wrap="square" lIns="91440" tIns="45720" rIns="91440" bIns="45720" numCol="1" spcCol="215900" anchor="t">
            <a:prstTxWarp prst="textNoShape">
              <a:avLst/>
            </a:prstTxWarp>
          </a:bodyPr>
          <a:lstStyle>
            <a:lvl1pPr algn="l">
              <a:defRPr lang="en-us" sz="4000" b="1" cap="all"/>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Text Placeholder 2"/>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k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gQAAGkNAABCNAAAVRQAABAAAAAmAAAACAAAAIGAAAAAAAAA"/>
              </a:ext>
            </a:extLst>
          </p:cNvSpPr>
          <p:nvPr>
            <p:ph idx="1"/>
          </p:nvPr>
        </p:nvSpPr>
        <p:spPr>
          <a:xfrm>
            <a:off x="722630" y="2179955"/>
            <a:ext cx="7772400" cy="1125220"/>
          </a:xfrm>
        </p:spPr>
        <p:txBody>
          <a:bodyPr vert="horz" wrap="square" lIns="91440" tIns="45720" rIns="91440" bIns="45720" numCol="1" spcCol="215900" anchor="b">
            <a:prstTxWarp prst="textNoShape">
              <a:avLst/>
            </a:prstTxWarp>
          </a:bodyPr>
          <a:lstStyle>
            <a:lvl1pPr marL="0" indent="0">
              <a:buNone/>
              <a:defRPr lang="en-us" sz="2000" cap="none">
                <a:solidFill>
                  <a:srgbClr val="8C8C8C"/>
                </a:solidFill>
              </a:defRPr>
            </a:lvl1pPr>
            <a:lvl2pPr marL="457200" indent="0">
              <a:buNone/>
              <a:defRPr lang="en-us" sz="1800" cap="none">
                <a:solidFill>
                  <a:srgbClr val="8C8C8C"/>
                </a:solidFill>
              </a:defRPr>
            </a:lvl2pPr>
            <a:lvl3pPr marL="914400" indent="0">
              <a:buNone/>
              <a:defRPr lang="en-us" sz="1600" cap="none">
                <a:solidFill>
                  <a:srgbClr val="8C8C8C"/>
                </a:solidFill>
              </a:defRPr>
            </a:lvl3pPr>
            <a:lvl4pPr marL="1371600" indent="0">
              <a:buNone/>
              <a:defRPr lang="en-us" sz="1400" cap="none">
                <a:solidFill>
                  <a:srgbClr val="8C8C8C"/>
                </a:solidFill>
              </a:defRPr>
            </a:lvl4pPr>
            <a:lvl5pPr marL="1828800" indent="0">
              <a:buNone/>
              <a:defRPr lang="en-us" sz="1400" cap="none">
                <a:solidFill>
                  <a:srgbClr val="8C8C8C"/>
                </a:solidFill>
              </a:defRPr>
            </a:lvl5pPr>
            <a:lvl6pPr marL="2286000" indent="0">
              <a:buNone/>
              <a:defRPr lang="en-us" sz="1400" cap="none">
                <a:solidFill>
                  <a:srgbClr val="8C8C8C"/>
                </a:solidFill>
              </a:defRPr>
            </a:lvl6pPr>
            <a:lvl7pPr marL="2743200" indent="0">
              <a:buNone/>
              <a:defRPr lang="en-us" sz="1400" cap="none">
                <a:solidFill>
                  <a:srgbClr val="8C8C8C"/>
                </a:solidFill>
              </a:defRPr>
            </a:lvl7pPr>
            <a:lvl8pPr marL="3200400" indent="0">
              <a:buNone/>
              <a:defRPr lang="en-us" sz="1400" cap="none">
                <a:solidFill>
                  <a:srgbClr val="8C8C8C"/>
                </a:solidFill>
              </a:defRPr>
            </a:lvl8pPr>
            <a:lvl9pPr marL="3657600" indent="0">
              <a:buNone/>
              <a:defRPr lang="en-us" sz="1400" cap="none">
                <a:solidFill>
                  <a:srgbClr val="8C8C8C"/>
                </a:solidFill>
              </a:defRPr>
            </a:lvl9pPr>
          </a:lstStyle>
          <a:p>
            <a:pPr>
              <a:defRPr lang="en-us"/>
            </a:pPr>
            <a:r>
              <a:t>Click to edit Master text styles</a:t>
            </a:r>
          </a:p>
        </p:txBody>
      </p:sp>
      <p:sp>
        <p:nvSpPr>
          <p:cNvPr id="4" name="Date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38E6-A8F4-C2CE-BA2F-5E9B76614C0B}" type="datetime1">
              <a:t/>
            </a:fld>
          </a:p>
        </p:txBody>
      </p:sp>
      <p:sp>
        <p:nvSpPr>
          <p:cNvPr id="5" name="Footer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22B3-FDF4-C2D4-BA2F-0B816C614C5E}" type="slidenum">
              <a:t/>
            </a:fld>
          </a:p>
        </p:txBody>
      </p:sp>
    </p:spTree>
  </p:cSld>
  <p:clrMapOvr>
    <a:masterClrMapping/>
  </p:clrMapOvr>
  <p:hf hdr="0" ftr="0"/>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Obj" preserve="1">
  <p:cSld name="Two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EQBAABwNQAAigYAABAAAAAmAAAACAAAAAAAAAAAAAAA"/>
              </a:ext>
            </a:extLst>
          </p:cNvSpPr>
          <p:nvPr>
            <p:ph type="title"/>
          </p:nvPr>
        </p:nvSpPr>
        <p:spPr/>
        <p:txBody>
          <a:bodyPr/>
          <a:lstStyle/>
          <a:p>
            <a:pPr>
              <a:defRPr lang="en-us"/>
            </a:pPr>
            <a:r>
              <a:t>Click to edit Master title style</a:t>
            </a:r>
          </a:p>
        </p:txBody>
      </p:sp>
      <p:sp>
        <p:nvSpPr>
          <p:cNvPr id="3"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G0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IHAACoGwAARBwAABAAAAAmAAAACAAAAAGAAAAAAAAA"/>
              </a:ext>
            </a:extLst>
          </p:cNvSpPr>
          <p:nvPr>
            <p:ph idx="1"/>
          </p:nvPr>
        </p:nvSpPr>
        <p:spPr>
          <a:xfrm>
            <a:off x="457200" y="1200150"/>
            <a:ext cx="4038600" cy="3394710"/>
          </a:xfrm>
        </p:spPr>
        <p:txBody>
          <a:bodyPr/>
          <a:lstStyle>
            <a:lvl1pPr>
              <a:defRPr lang="en-us" sz="2800" cap="none"/>
            </a:lvl1pPr>
            <a:lvl2pPr>
              <a:defRPr lang="en-us" sz="2400" cap="none"/>
            </a:lvl2pPr>
            <a:lvl3pPr>
              <a:defRPr lang="en-us" sz="2000" cap="none"/>
            </a:lvl3pPr>
            <a:lvl4pPr>
              <a:defRPr lang="en-us" sz="1800" cap="none"/>
            </a:lvl4pPr>
            <a:lvl5pPr>
              <a:defRPr lang="en-us" sz="1800" cap="none"/>
            </a:lvl5pPr>
            <a:lvl6pPr>
              <a:defRPr lang="en-us" sz="1800" cap="none"/>
            </a:lvl6pPr>
            <a:lvl7pPr>
              <a:defRPr lang="en-us" sz="1800" cap="none"/>
            </a:lvl7pPr>
            <a:lvl8pPr>
              <a:defRPr lang="en-us" sz="1800" cap="none"/>
            </a:lvl8pPr>
            <a:lvl9pPr>
              <a:defRPr lang="en-us" sz="18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Content Placeholder 3"/>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JQ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mBwAAGIHAABwNQAARBwAABAAAAAmAAAACAAAAAGAAAAAAAAA"/>
              </a:ext>
            </a:extLst>
          </p:cNvSpPr>
          <p:nvPr>
            <p:ph idx="2"/>
          </p:nvPr>
        </p:nvSpPr>
        <p:spPr>
          <a:xfrm>
            <a:off x="4648200" y="1200150"/>
            <a:ext cx="4038600" cy="3394710"/>
          </a:xfrm>
        </p:spPr>
        <p:txBody>
          <a:bodyPr/>
          <a:lstStyle>
            <a:lvl1pPr>
              <a:defRPr lang="en-us" sz="2800" cap="none"/>
            </a:lvl1pPr>
            <a:lvl2pPr>
              <a:defRPr lang="en-us" sz="2400" cap="none"/>
            </a:lvl2pPr>
            <a:lvl3pPr>
              <a:defRPr lang="en-us" sz="2000" cap="none"/>
            </a:lvl3pPr>
            <a:lvl4pPr>
              <a:defRPr lang="en-us" sz="1800" cap="none"/>
            </a:lvl4pPr>
            <a:lvl5pPr>
              <a:defRPr lang="en-us" sz="1800" cap="none"/>
            </a:lvl5pPr>
            <a:lvl6pPr>
              <a:defRPr lang="en-us" sz="1800" cap="none"/>
            </a:lvl6pPr>
            <a:lvl7pPr>
              <a:defRPr lang="en-us" sz="1800" cap="none"/>
            </a:lvl7pPr>
            <a:lvl8pPr>
              <a:defRPr lang="en-us" sz="1800" cap="none"/>
            </a:lvl8pPr>
            <a:lvl9pPr>
              <a:defRPr lang="en-us" sz="18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Date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6F75-3BF4-C299-BA2F-CDCC21614C98}" type="datetime1">
              <a:t>11/17/2022</a:t>
            </a:fld>
          </a:p>
        </p:txBody>
      </p:sp>
      <p:sp>
        <p:nvSpPr>
          <p:cNvPr id="6" name="Foot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7" name="Slide Number Placeholder 6"/>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5E25-6BF4-C2A8-BA2F-9DFD10614CC8}" type="slidenum">
              <a:t>‹#›</a:t>
            </a:fld>
          </a:p>
        </p:txBody>
      </p:sp>
    </p:spTree>
  </p:cSld>
  <p:clrMapOvr>
    <a:masterClrMapping/>
  </p:clrMapOvr>
  <p:hf hdr="0" ftr="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TxTwoObj" preserve="1">
  <p:cSld name="Comparison">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AMAAMoAAAD9NAAAXgcAABAAAAAmAAAACAAAAAGgAAAAAAAA"/>
              </a:ext>
            </a:extLst>
          </p:cNvSpPr>
          <p:nvPr>
            <p:ph type="title"/>
          </p:nvPr>
        </p:nvSpPr>
        <p:spPr>
          <a:xfrm>
            <a:off x="538480" y="128270"/>
            <a:ext cx="8075295" cy="1069340"/>
          </a:xfrm>
        </p:spPr>
        <p:txBody>
          <a:bodyPr vert="horz" wrap="square" lIns="91440" tIns="45720" rIns="91440" bIns="45720" numCol="1" spcCol="215900" anchor="ctr">
            <a:prstTxWarp prst="textNoShape">
              <a:avLst/>
            </a:prstTxWarp>
          </a:bodyPr>
          <a:lstStyle>
            <a:lvl1pPr algn="r">
              <a:defRPr lang="en-us" sz="3600" u="none" cap="none" baseline="0">
                <a:solidFill>
                  <a:srgbClr val="FF0066"/>
                </a:solidFill>
                <a:effectLst>
                  <a:outerShdw dist="63500" dir="3600000" algn="tl" rotWithShape="0">
                    <a:srgbClr val="000000">
                      <a:alpha val="40000"/>
                    </a:srgbClr>
                  </a:outerShdw>
                </a:effectLst>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Text Placeholder 2"/>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RQMAAIEJAAAgHAAAAQ0AABAAAAAmAAAACAAAAIGAAAAAAAAA"/>
              </a:ext>
            </a:extLst>
          </p:cNvSpPr>
          <p:nvPr>
            <p:ph idx="1"/>
          </p:nvPr>
        </p:nvSpPr>
        <p:spPr>
          <a:xfrm>
            <a:off x="531495" y="1544955"/>
            <a:ext cx="4040505" cy="568960"/>
          </a:xfrm>
        </p:spPr>
        <p:txBody>
          <a:bodyPr vert="horz" wrap="square" lIns="91440" tIns="45720" rIns="91440" bIns="45720" numCol="1" spcCol="215900" anchor="b">
            <a:prstTxWarp prst="textNoShape">
              <a:avLst/>
            </a:prstTxWarp>
          </a:bodyPr>
          <a:lstStyle>
            <a:lvl1pPr marL="0" indent="0" algn="ctr">
              <a:buNone/>
              <a:defRPr lang="en-us" sz="2400" b="1" cap="none">
                <a:solidFill>
                  <a:schemeClr val="tx1"/>
                </a:solidFill>
              </a:defRPr>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Click to edit Master text styles</a:t>
            </a:r>
          </a:p>
        </p:txBody>
      </p:sp>
      <p:sp>
        <p:nvSpPr>
          <p:cNvPr id="4" name="Content Placeholder 3"/>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QMAAAENAAAgHAAA8BsAABAAAAAmAAAACAAAAAGAAAAAAAAA"/>
              </a:ext>
            </a:extLst>
          </p:cNvSpPr>
          <p:nvPr>
            <p:ph idx="2"/>
          </p:nvPr>
        </p:nvSpPr>
        <p:spPr>
          <a:xfrm>
            <a:off x="536575" y="2113915"/>
            <a:ext cx="4035425" cy="2427605"/>
          </a:xfrm>
        </p:spPr>
        <p:txBody>
          <a:bodyPr/>
          <a:lstStyle>
            <a:lvl1pPr algn="ctr">
              <a:defRPr lang="en-us" sz="2400" cap="none">
                <a:solidFill>
                  <a:schemeClr val="tx1"/>
                </a:solidFill>
              </a:defRPr>
            </a:lvl1pPr>
            <a:lvl2pPr algn="ctr">
              <a:defRPr lang="en-us" sz="2000" cap="none">
                <a:solidFill>
                  <a:schemeClr val="tx1"/>
                </a:solidFill>
              </a:defRPr>
            </a:lvl2pPr>
            <a:lvl3pPr algn="ctr">
              <a:defRPr lang="en-us" sz="1800" cap="none">
                <a:solidFill>
                  <a:schemeClr val="tx1"/>
                </a:solidFill>
              </a:defRPr>
            </a:lvl3pPr>
            <a:lvl4pPr algn="ctr">
              <a:defRPr lang="en-us" sz="1600" cap="none">
                <a:solidFill>
                  <a:schemeClr val="tx1"/>
                </a:solidFill>
              </a:defRPr>
            </a:lvl4pPr>
            <a:lvl5pPr algn="ctr">
              <a:defRPr lang="en-us" sz="1600" cap="none">
                <a:solidFill>
                  <a:schemeClr val="tx1"/>
                </a:solidFill>
              </a:defRPr>
            </a:lvl5pPr>
            <a:lvl6pPr>
              <a:defRPr lang="en-us" sz="1600" cap="none"/>
            </a:lvl6pPr>
            <a:lvl7pPr>
              <a:defRPr lang="en-us" sz="1600" cap="none"/>
            </a:lvl7pPr>
            <a:lvl8pPr>
              <a:defRPr lang="en-us" sz="1600" cap="none"/>
            </a:lvl8pPr>
            <a:lvl9pPr>
              <a:defRPr lang="en-us" sz="16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Text Placeholder 4"/>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IBwAAIEJAAD9NAAAAQ0AABAAAAAmAAAACAAAAIGAAAAAAAAA"/>
              </a:ext>
            </a:extLst>
          </p:cNvSpPr>
          <p:nvPr>
            <p:ph idx="3"/>
          </p:nvPr>
        </p:nvSpPr>
        <p:spPr>
          <a:xfrm>
            <a:off x="4572000" y="1544955"/>
            <a:ext cx="4041775" cy="568960"/>
          </a:xfrm>
        </p:spPr>
        <p:txBody>
          <a:bodyPr vert="horz" wrap="square" lIns="91440" tIns="45720" rIns="91440" bIns="45720" numCol="1" spcCol="215900" anchor="b">
            <a:prstTxWarp prst="textNoShape">
              <a:avLst/>
            </a:prstTxWarp>
          </a:bodyPr>
          <a:lstStyle>
            <a:lvl1pPr marL="0" indent="0" algn="ctr">
              <a:buNone/>
              <a:defRPr lang="en-us" sz="2400" b="1" cap="none">
                <a:solidFill>
                  <a:schemeClr val="tx1"/>
                </a:solidFill>
              </a:defRPr>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Click to edit Master text styles</a:t>
            </a:r>
          </a:p>
        </p:txBody>
      </p:sp>
      <p:sp>
        <p:nvSpPr>
          <p:cNvPr id="6" name="Content Placeholder 5"/>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IBwAAAENAAD9NAAA8BsAABAAAAAmAAAACAAAAAGAAAAAAAAA"/>
              </a:ext>
            </a:extLst>
          </p:cNvSpPr>
          <p:nvPr>
            <p:ph idx="4"/>
          </p:nvPr>
        </p:nvSpPr>
        <p:spPr>
          <a:xfrm>
            <a:off x="4572000" y="2113915"/>
            <a:ext cx="4041775" cy="2427605"/>
          </a:xfrm>
        </p:spPr>
        <p:txBody>
          <a:bodyPr/>
          <a:lstStyle>
            <a:lvl1pPr algn="ctr">
              <a:defRPr lang="en-us" sz="2400" cap="none">
                <a:solidFill>
                  <a:schemeClr val="tx1"/>
                </a:solidFill>
              </a:defRPr>
            </a:lvl1pPr>
            <a:lvl2pPr algn="ctr">
              <a:defRPr lang="en-us" sz="2000" cap="none">
                <a:solidFill>
                  <a:schemeClr val="tx1"/>
                </a:solidFill>
              </a:defRPr>
            </a:lvl2pPr>
            <a:lvl3pPr algn="ctr">
              <a:defRPr lang="en-us" sz="1800" cap="none">
                <a:solidFill>
                  <a:schemeClr val="tx1"/>
                </a:solidFill>
              </a:defRPr>
            </a:lvl3pPr>
            <a:lvl4pPr algn="ctr">
              <a:defRPr lang="en-us" sz="1600" cap="none">
                <a:solidFill>
                  <a:schemeClr val="tx1"/>
                </a:solidFill>
              </a:defRPr>
            </a:lvl4pPr>
            <a:lvl5pPr algn="ctr">
              <a:defRPr lang="en-us" sz="1600" cap="none">
                <a:solidFill>
                  <a:schemeClr val="tx1"/>
                </a:solidFill>
              </a:defRPr>
            </a:lvl5pPr>
            <a:lvl6pPr>
              <a:defRPr lang="en-us" sz="1600" cap="none"/>
            </a:lvl6pPr>
            <a:lvl7pPr>
              <a:defRPr lang="en-us" sz="1600" cap="none"/>
            </a:lvl7pPr>
            <a:lvl8pPr>
              <a:defRPr lang="en-us" sz="1600" cap="none"/>
            </a:lvl8pPr>
            <a:lvl9pPr>
              <a:defRPr lang="en-us" sz="16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7" name="Date Placeholder 6"/>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3AE2-ACF4-C2CC-BA2F-5A9974614C0F}" type="datetime1">
              <a:t/>
            </a:fld>
          </a:p>
        </p:txBody>
      </p:sp>
      <p:sp>
        <p:nvSpPr>
          <p:cNvPr id="8" name="Footer Placeholder 7"/>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9" name="Slide Number Placeholder 8"/>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7002-4CF4-C286-BA2F-BAD33E614CEF}" type="slidenum">
              <a:t/>
            </a:fld>
          </a:p>
        </p:txBody>
      </p:sp>
    </p:spTree>
  </p:cSld>
  <p:clrMapOvr>
    <a:masterClrMapping/>
  </p:clrMapOvr>
  <p:hf hdr="0" ftr="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Only" preserve="1">
  <p:cSld name="Title Only">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EQBAABwNQAAigYAABAAAAAmAAAACAAAAAAAAAAAAAAA"/>
              </a:ext>
            </a:extLst>
          </p:cNvSpPr>
          <p:nvPr>
            <p:ph type="title"/>
          </p:nvPr>
        </p:nvSpPr>
        <p:spPr/>
        <p:txBody>
          <a:bodyPr/>
          <a:lstStyle/>
          <a:p>
            <a:pPr>
              <a:defRPr lang="en-us"/>
            </a:pPr>
            <a:r>
              <a:t>Click to edit Master title style</a:t>
            </a:r>
          </a:p>
        </p:txBody>
      </p:sp>
      <p:sp>
        <p:nvSpPr>
          <p:cNvPr id="3" name="Date Placeholder 2"/>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38DE-90F4-C2CE-BA2F-669B76614C33}" type="datetime1">
              <a:t>11/17/2022</a:t>
            </a:fld>
          </a:p>
        </p:txBody>
      </p:sp>
      <p:sp>
        <p:nvSpPr>
          <p:cNvPr id="4" name="Footer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D0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5" name="Slide Number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54BF-F1F4-C2A2-BA2F-07F71A614C52}" type="slidenum">
              <a:t>‹#›</a:t>
            </a:fld>
          </a:p>
        </p:txBody>
      </p:sp>
    </p:spTree>
  </p:cSld>
  <p:clrMapOvr>
    <a:masterClrMapping/>
  </p:clrMapOvr>
  <p:hf hdr="0" ftr="0"/>
</p:sldLayout>
</file>

<file path=ppt/slideLayouts/slideLayout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2F57-19F4-C2D9-BA2F-EF8C61614CBA}" type="datetime1">
              <a:t/>
            </a:fld>
          </a:p>
        </p:txBody>
      </p:sp>
      <p:sp>
        <p:nvSpPr>
          <p:cNvPr id="3" name="Footer Placeholder 2"/>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4" name="Slide Number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40E3-ADF4-C2B6-BA2F-5BE30E614C0E}" type="slidenum">
              <a:t/>
            </a:fld>
          </a:p>
        </p:txBody>
      </p:sp>
    </p:spTree>
  </p:cSld>
  <p:clrMapOvr>
    <a:masterClrMapping/>
  </p:clrMapOvr>
  <p:hf hdr="0" ftr="0"/>
</p:sldLayout>
</file>

<file path=ppt/slideLayouts/slideLayout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Tx" preserve="1">
  <p:cSld name="Content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EIBAABSFQAAnwYAABAAAAAmAAAACAAAAIGAAAAAAAAA"/>
              </a:ext>
            </a:extLst>
          </p:cNvSpPr>
          <p:nvPr>
            <p:ph type="title"/>
          </p:nvPr>
        </p:nvSpPr>
        <p:spPr>
          <a:xfrm>
            <a:off x="457200" y="204470"/>
            <a:ext cx="3008630" cy="871855"/>
          </a:xfrm>
        </p:spPr>
        <p:txBody>
          <a:bodyPr vert="horz" wrap="square" lIns="91440" tIns="45720" rIns="91440" bIns="45720" numCol="1" spcCol="215900" anchor="b">
            <a:prstTxWarp prst="textNoShape">
              <a:avLst/>
            </a:prstTxWarp>
          </a:bodyPr>
          <a:lstStyle>
            <a:lvl1pPr algn="l">
              <a:defRPr lang="en-us" sz="2000" b="1"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UAAEMBAABwNQAARBwAABAAAAAmAAAACAAAAAGAAAAAAAAA"/>
              </a:ext>
            </a:extLst>
          </p:cNvSpPr>
          <p:nvPr>
            <p:ph idx="1"/>
          </p:nvPr>
        </p:nvSpPr>
        <p:spPr>
          <a:xfrm>
            <a:off x="3575050" y="205105"/>
            <a:ext cx="5111750" cy="4389755"/>
          </a:xfrm>
        </p:spPr>
        <p:txBody>
          <a:bodyPr/>
          <a:lstStyle>
            <a:lvl1pPr>
              <a:defRPr lang="en-us" sz="3200" cap="none"/>
            </a:lvl1pPr>
            <a:lvl2pPr>
              <a:defRPr lang="en-us" sz="2800" cap="none"/>
            </a:lvl2pPr>
            <a:lvl3pPr>
              <a:defRPr lang="en-us" sz="2400" cap="none"/>
            </a:lvl3pPr>
            <a:lvl4pPr>
              <a:defRPr lang="en-us" sz="2000" cap="none"/>
            </a:lvl4pPr>
            <a:lvl5pPr>
              <a:defRPr lang="en-us" sz="2000" cap="none"/>
            </a:lvl5pPr>
            <a:lvl6pPr>
              <a:defRPr lang="en-us" sz="2000" cap="none"/>
            </a:lvl6pPr>
            <a:lvl7pPr>
              <a:defRPr lang="en-us" sz="2000" cap="none"/>
            </a:lvl7pPr>
            <a:lvl8pPr>
              <a:defRPr lang="en-us" sz="2000" cap="none"/>
            </a:lvl8pPr>
            <a:lvl9pPr>
              <a:defRPr lang="en-us" sz="2000" cap="none"/>
            </a:lvl9p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Text Placeholder 3"/>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J8GAABSFQAARBwAABAAAAAmAAAACAAAAAGAAAAAAAAA"/>
              </a:ext>
            </a:extLst>
          </p:cNvSpPr>
          <p:nvPr>
            <p:ph idx="2"/>
          </p:nvPr>
        </p:nvSpPr>
        <p:spPr>
          <a:xfrm>
            <a:off x="457200" y="1076325"/>
            <a:ext cx="3008630" cy="3518535"/>
          </a:xfrm>
        </p:spPr>
        <p:txBody>
          <a:bodyPr/>
          <a:lstStyle>
            <a:lvl1pPr marL="0" indent="0">
              <a:buNone/>
              <a:defRPr lang="en-us" sz="1400" cap="none"/>
            </a:lvl1pPr>
            <a:lvl2pPr marL="457200" indent="0">
              <a:buNone/>
              <a:defRPr lang="en-us" sz="1200" cap="none"/>
            </a:lvl2pPr>
            <a:lvl3pPr marL="914400" indent="0">
              <a:buNone/>
              <a:defRPr lang="en-us" sz="1000" cap="none"/>
            </a:lvl3pPr>
            <a:lvl4pPr marL="1371600" indent="0">
              <a:buNone/>
              <a:defRPr lang="en-us" sz="900" cap="none"/>
            </a:lvl4pPr>
            <a:lvl5pPr marL="1828800" indent="0">
              <a:buNone/>
              <a:defRPr lang="en-us" sz="900" cap="none"/>
            </a:lvl5pPr>
            <a:lvl6pPr marL="2286000" indent="0">
              <a:buNone/>
              <a:defRPr lang="en-us" sz="900" cap="none"/>
            </a:lvl6pPr>
            <a:lvl7pPr marL="2743200" indent="0">
              <a:buNone/>
              <a:defRPr lang="en-us" sz="900" cap="none"/>
            </a:lvl7pPr>
            <a:lvl8pPr marL="3200400" indent="0">
              <a:buNone/>
              <a:defRPr lang="en-us" sz="900" cap="none"/>
            </a:lvl8pPr>
            <a:lvl9pPr marL="3657600" indent="0">
              <a:buNone/>
              <a:defRPr lang="en-us" sz="900" cap="none"/>
            </a:lvl9pPr>
          </a:lstStyle>
          <a:p>
            <a:pPr>
              <a:defRPr lang="en-us"/>
            </a:pPr>
            <a:r>
              <a:t>Click to edit Master text styles</a:t>
            </a:r>
          </a:p>
        </p:txBody>
      </p:sp>
      <p:sp>
        <p:nvSpPr>
          <p:cNvPr id="5" name="Date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53E0-AEF4-C2A5-BA2F-58F01D614C0D}" type="datetime1">
              <a:t>11/17/2022</a:t>
            </a:fld>
          </a:p>
        </p:txBody>
      </p:sp>
      <p:sp>
        <p:nvSpPr>
          <p:cNvPr id="6" name="Foot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7" name="Slide Number Placeholder 6"/>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604B-05F4-C296-BA2F-F3C32E614CA6}" type="slidenum">
              <a:t>‹#›</a:t>
            </a:fld>
          </a:p>
        </p:txBody>
      </p:sp>
    </p:spTree>
  </p:cSld>
  <p:clrMapOvr>
    <a:masterClrMapping/>
  </p:clrMapOvr>
  <p:hf hdr="0" ftr="0"/>
</p:sldLayout>
</file>

<file path=ppt/slideLayouts/slideLayout1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picTx" preserve="1">
  <p:cSld name="Picture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sAACYWAADHLAAAwxgAABAAAAAmAAAACAAAAIGAAAAAAAAA"/>
              </a:ext>
            </a:extLst>
          </p:cNvSpPr>
          <p:nvPr>
            <p:ph type="title"/>
          </p:nvPr>
        </p:nvSpPr>
        <p:spPr>
          <a:xfrm>
            <a:off x="1792605" y="3600450"/>
            <a:ext cx="5486400" cy="424815"/>
          </a:xfrm>
        </p:spPr>
        <p:txBody>
          <a:bodyPr vert="horz" wrap="square" lIns="91440" tIns="45720" rIns="91440" bIns="45720" numCol="1" spcCol="215900" anchor="b">
            <a:prstTxWarp prst="textNoShape">
              <a:avLst/>
            </a:prstTxWarp>
          </a:bodyPr>
          <a:lstStyle>
            <a:lvl1pPr algn="l">
              <a:defRPr lang="en-us" sz="2000" b="1"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t>Click to edit Master title style</a:t>
            </a:r>
          </a:p>
        </p:txBody>
      </p:sp>
      <p:sp>
        <p:nvSpPr>
          <p:cNvPr id="3" name="Picture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sAANQCAADHLAAA0BUAABAAAAAmAAAACAAAAAGAAAAAAAAA"/>
              </a:ext>
            </a:extLst>
          </p:cNvSpPr>
          <p:nvPr>
            <p:ph type="pic" idx="1"/>
          </p:nvPr>
        </p:nvSpPr>
        <p:spPr>
          <a:xfrm>
            <a:off x="1792605" y="459740"/>
            <a:ext cx="5486400" cy="3086100"/>
          </a:xfrm>
        </p:spPr>
        <p:txBody>
          <a:bodyPr/>
          <a:lstStyle>
            <a:lvl1pPr marL="0" indent="0">
              <a:buNone/>
              <a:defRPr lang="en-us" sz="3200" cap="none"/>
            </a:lvl1pPr>
            <a:lvl2pPr marL="457200" indent="0">
              <a:buNone/>
              <a:defRPr lang="en-us" sz="2800" cap="none"/>
            </a:lvl2pPr>
            <a:lvl3pPr marL="914400" indent="0">
              <a:buNone/>
              <a:defRPr lang="en-us" sz="2400" cap="none"/>
            </a:lvl3pPr>
            <a:lvl4pPr marL="1371600" indent="0">
              <a:buNone/>
              <a:defRPr lang="en-us" sz="2000" cap="none"/>
            </a:lvl4pPr>
            <a:lvl5pPr marL="1828800" indent="0">
              <a:buNone/>
              <a:defRPr lang="en-us" sz="2000" cap="none"/>
            </a:lvl5pPr>
            <a:lvl6pPr marL="2286000" indent="0">
              <a:buNone/>
              <a:defRPr lang="en-us" sz="2000" cap="none"/>
            </a:lvl6pPr>
            <a:lvl7pPr marL="2743200" indent="0">
              <a:buNone/>
              <a:defRPr lang="en-us" sz="2000" cap="none"/>
            </a:lvl7pPr>
            <a:lvl8pPr marL="3200400" indent="0">
              <a:buNone/>
              <a:defRPr lang="en-us" sz="2000" cap="none"/>
            </a:lvl8pPr>
            <a:lvl9pPr marL="3657600" indent="0">
              <a:buNone/>
              <a:defRPr lang="en-us" sz="2000" cap="none"/>
            </a:lvl9pPr>
          </a:lstStyle>
          <a:p>
            <a:pPr>
              <a:defRPr lang="en-us"/>
            </a:pPr>
          </a:p>
        </p:txBody>
      </p:sp>
      <p:sp>
        <p:nvSpPr>
          <p:cNvPr id="4" name="Text Placeholder 3"/>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sAAMMYAADHLAAAehwAABAAAAAmAAAACAAAAAGAAAAAAAAA"/>
              </a:ext>
            </a:extLst>
          </p:cNvSpPr>
          <p:nvPr>
            <p:ph idx="2"/>
          </p:nvPr>
        </p:nvSpPr>
        <p:spPr>
          <a:xfrm>
            <a:off x="1792605" y="4025265"/>
            <a:ext cx="5486400" cy="603885"/>
          </a:xfrm>
        </p:spPr>
        <p:txBody>
          <a:bodyPr/>
          <a:lstStyle>
            <a:lvl1pPr marL="0" indent="0">
              <a:buNone/>
              <a:defRPr lang="en-us" sz="1400" cap="none"/>
            </a:lvl1pPr>
            <a:lvl2pPr marL="457200" indent="0">
              <a:buNone/>
              <a:defRPr lang="en-us" sz="1200" cap="none"/>
            </a:lvl2pPr>
            <a:lvl3pPr marL="914400" indent="0">
              <a:buNone/>
              <a:defRPr lang="en-us" sz="1000" cap="none"/>
            </a:lvl3pPr>
            <a:lvl4pPr marL="1371600" indent="0">
              <a:buNone/>
              <a:defRPr lang="en-us" sz="900" cap="none"/>
            </a:lvl4pPr>
            <a:lvl5pPr marL="1828800" indent="0">
              <a:buNone/>
              <a:defRPr lang="en-us" sz="900" cap="none"/>
            </a:lvl5pPr>
            <a:lvl6pPr marL="2286000" indent="0">
              <a:buNone/>
              <a:defRPr lang="en-us" sz="900" cap="none"/>
            </a:lvl6pPr>
            <a:lvl7pPr marL="2743200" indent="0">
              <a:buNone/>
              <a:defRPr lang="en-us" sz="900" cap="none"/>
            </a:lvl7pPr>
            <a:lvl8pPr marL="3200400" indent="0">
              <a:buNone/>
              <a:defRPr lang="en-us" sz="900" cap="none"/>
            </a:lvl8pPr>
            <a:lvl9pPr marL="3657600" indent="0">
              <a:buNone/>
              <a:defRPr lang="en-us" sz="900" cap="none"/>
            </a:lvl9pPr>
          </a:lstStyle>
          <a:p>
            <a:pPr>
              <a:defRPr lang="en-us"/>
            </a:pPr>
            <a:r>
              <a:t>Click to edit Master text styles</a:t>
            </a:r>
          </a:p>
        </p:txBody>
      </p:sp>
      <p:sp>
        <p:nvSpPr>
          <p:cNvPr id="5" name="Date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653C-72F4-C293-BA2F-84C62B614CD1}" type="datetime1">
              <a:t>11/17/2022</a:t>
            </a:fld>
          </a:p>
        </p:txBody>
      </p:sp>
      <p:sp>
        <p:nvSpPr>
          <p:cNvPr id="6" name="Foot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7" name="Slide Number Placeholder 6"/>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5917-59F4-C2AF-BA2F-AFFA17614CFA}" type="slidenum">
              <a:t>‹#›</a:t>
            </a:fld>
          </a:p>
        </p:txBody>
      </p:sp>
    </p:spTree>
  </p:cSld>
  <p:clrMapOvr>
    <a:masterClrMapping/>
  </p:clrMapOvr>
  <p:hf hdr="0" ftr="0"/>
</p:sldLayout>
</file>

<file path=ppt/slideLayouts/slideLayout1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x" preserve="1">
  <p:cSld name="Title and Vertical Tex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EQBAABwNQAAigYAABAAAAAmAAAACAAAAAAAAAAAAAAA"/>
              </a:ext>
            </a:extLst>
          </p:cNvSpPr>
          <p:nvPr>
            <p:ph type="title"/>
          </p:nvPr>
        </p:nvSpPr>
        <p:spPr/>
        <p:txBody>
          <a:bodyPr/>
          <a:lstStyle/>
          <a:p>
            <a:pPr>
              <a:defRPr lang="en-us"/>
            </a:pPr>
            <a:r>
              <a:t>Click to edit Master title style</a:t>
            </a:r>
          </a:p>
        </p:txBody>
      </p:sp>
      <p:sp>
        <p:nvSpPr>
          <p:cNvPr id="3" name="Vertical Text Placeholder 2"/>
          <p:cNvSpPr>
            <a:spLocks noGrp="1" noChangeArrowheads="1"/>
            <a:extLst>
              <a:ext uri="smNativeData">
                <pr:smNativeData xmlns:pr="smNativeData" xmlns="smNativeData" val="SMDATA_15_N2eYaRMAAAAlAAAAZAAAAA0AAAAAkAAAAEgAAACQAAAASAAAAAAAAAAAAAAAAQ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IHAABwNQAARBwAABAAAAAmAAAACAAAAAIAAAAAAAAA"/>
              </a:ext>
            </a:extLst>
          </p:cNvSpPr>
          <p:nvPr>
            <p:ph idx="1"/>
          </p:nvPr>
        </p:nvSpPr>
        <p:spPr/>
        <p:txBody>
          <a:bodyPr vert="vert"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3296-D8F4-C2C4-BA2F-2E917C614C7B}" type="datetime1">
              <a:t>11/17/2022</a:t>
            </a:fld>
          </a:p>
        </p:txBody>
      </p:sp>
      <p:sp>
        <p:nvSpPr>
          <p:cNvPr id="5" name="Footer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5074-3AF4-C2A6-BA2F-CCF31E614C99}" type="slidenum">
              <a:t>‹#›</a:t>
            </a:fld>
          </a:p>
        </p:txBody>
      </p:sp>
    </p:spTree>
  </p:cSld>
  <p:clrMapOvr>
    <a:masterClrMapping/>
  </p:clrMapOvr>
  <p:hf hdr="0" ftr="0"/>
</p:sldLayout>
</file>

<file path=ppt/slideLayouts/slideLayout1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ChangeArrowheads="1"/>
            <a:extLst>
              <a:ext uri="smNativeData">
                <pr:smNativeData xmlns:pr="smNativeData" xmlns="smNativeData" val="SMDATA_15_N2eYaRMAAAAlAAAAZAAAAA0AAAAAkAAAAEgAAACQAAAASAAAAAAAAAABAAAAAQ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CgAAEQBAABwNQAARBwAABAAAAAmAAAACAAAAAMAAAAAAAAA"/>
              </a:ext>
            </a:extLst>
          </p:cNvSpPr>
          <p:nvPr>
            <p:ph type="title"/>
          </p:nvPr>
        </p:nvSpPr>
        <p:spPr>
          <a:xfrm>
            <a:off x="6629400" y="205740"/>
            <a:ext cx="2057400" cy="4389120"/>
          </a:xfrm>
        </p:spPr>
        <p:txBody>
          <a:bodyPr vert="vert" wrap="square" lIns="91440" tIns="45720" rIns="91440" bIns="45720" numCol="1" spcCol="215900" anchor="ctr">
            <a:prstTxWarp prst="textNoShape">
              <a:avLst/>
            </a:prstTxWarp>
          </a:bodyPr>
          <a:lstStyle/>
          <a:p>
            <a:pPr>
              <a:defRPr lang="en-us"/>
            </a:pPr>
            <a:r>
              <a:t>Click to edit Master title style</a:t>
            </a:r>
          </a:p>
        </p:txBody>
      </p:sp>
      <p:sp>
        <p:nvSpPr>
          <p:cNvPr id="3" name="Vertical Text Placeholder 2"/>
          <p:cNvSpPr>
            <a:spLocks noGrp="1" noChangeArrowheads="1"/>
            <a:extLst>
              <a:ext uri="smNativeData">
                <pr:smNativeData xmlns:pr="smNativeData" xmlns="smNativeData" val="SMDATA_15_N2eYaRMAAAAlAAAAZAAAAA0AAAAAkAAAAEgAAACQAAAASAAAAAAAAAAAAAAAAQ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EQBAADYJwAARBwAABAAAAAmAAAACAAAAAMAAAAAAAAA"/>
              </a:ext>
            </a:extLst>
          </p:cNvSpPr>
          <p:nvPr>
            <p:ph idx="1"/>
          </p:nvPr>
        </p:nvSpPr>
        <p:spPr>
          <a:xfrm>
            <a:off x="457200" y="205740"/>
            <a:ext cx="6019800" cy="4389120"/>
          </a:xfrm>
        </p:spPr>
        <p:txBody>
          <a:bodyPr vert="vert"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FQdAADwDwAAAx8AABAAAAAmAAAACAAAAAAAAAAAAAAA"/>
              </a:ext>
            </a:extLst>
          </p:cNvSpPr>
          <p:nvPr>
            <p:ph type="dt" sz="half" idx="10"/>
          </p:nvPr>
        </p:nvSpPr>
        <p:spPr/>
        <p:txBody>
          <a:bodyPr/>
          <a:lstStyle/>
          <a:p>
            <a:pPr>
              <a:defRPr lang="en-us"/>
            </a:pPr>
            <a:fld id="{19972B15-5BF4-C2DD-BA2F-AD8865614CF8}" type="datetime1">
              <a:t>11/17/2022</a:t>
            </a:fld>
          </a:p>
        </p:txBody>
      </p:sp>
      <p:sp>
        <p:nvSpPr>
          <p:cNvPr id="5" name="Footer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MAAFQdAAAIJQAAAx8AABAAAAAmAAAACAAAAAAAAAAAAAAA"/>
              </a:ext>
            </a:extLst>
          </p:cNvSpPr>
          <p:nvPr>
            <p:ph type="ftr" sz="quarter" idx="11"/>
          </p:nvPr>
        </p:nvSpPr>
        <p:spPr/>
        <p:txBody>
          <a:bodyPr/>
          <a:lstStyle/>
          <a:p>
            <a:pPr>
              <a:defRPr lang="en-us"/>
            </a:pPr>
          </a:p>
        </p:txBody>
      </p:sp>
      <p:sp>
        <p:nvSpPr>
          <p:cNvPr id="6" name="Slide Numb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CgAAFQdAABwNQAAAx8AABAAAAAmAAAACAAAAAAAAAAAAAAA"/>
              </a:ext>
            </a:extLst>
          </p:cNvSpPr>
          <p:nvPr>
            <p:ph type="sldNum" sz="quarter" idx="12"/>
          </p:nvPr>
        </p:nvSpPr>
        <p:spPr/>
        <p:txBody>
          <a:bodyPr/>
          <a:lstStyle/>
          <a:p>
            <a:pPr>
              <a:defRPr lang="en-us"/>
            </a:pPr>
            <a:fld id="{1997348B-C5F4-C2C2-BA2F-33977A614C66}" type="slidenum">
              <a:t>‹#›</a:t>
            </a:fld>
          </a:p>
        </p:txBody>
      </p:sp>
      <p:pic>
        <p:nvPicPr>
          <p:cNvPr id="7" name="Picture 6" descr="E:\websites\free-power-point-templates\2012\logos.png"/>
          <p:cNvPicPr>
            <a:picLocks noChangeAspect="1"/>
            <a:extLst>
              <a:ext uri="smNativeData">
                <pr:smNativeData xmlns:pr="smNativeData" xmlns="smNativeData" val="SMDATA_17_N2eY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G4XAABPDgAAbyAAAI0RAAAQAAAAJgAAAAgAAAD//////////w=="/>
              </a:ext>
            </a:extLst>
          </p:cNvPicPr>
          <p:nvPr/>
        </p:nvPicPr>
        <p:blipFill>
          <a:blip r:embed="rId2"/>
          <a:stretch>
            <a:fillRect/>
          </a:stretch>
        </p:blipFill>
        <p:spPr>
          <a:xfrm>
            <a:off x="3808730" y="2326005"/>
            <a:ext cx="1463675" cy="527050"/>
          </a:xfrm>
          <a:prstGeom prst="rect">
            <a:avLst/>
          </a:prstGeom>
          <a:noFill/>
          <a:ln>
            <a:noFill/>
          </a:ln>
          <a:effectLst/>
        </p:spPr>
      </p:pic>
    </p:spTree>
  </p:cSld>
  <p:clrMapOvr>
    <a:masterClrMapping/>
  </p:clrMapOvr>
  <p:hf hdr="0" ftr="0"/>
</p:sldLayout>
</file>

<file path=ppt/slideMasters/_rels/slideMaster1.xml.rels><?xml version="1.0" encoding="UTF-8" standalone="yes" ?>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blipFill>
          <a:blip r:embed="rId1"/>
          <a:srcRect/>
          <a:stretch/>
        </a:blipFill>
        <a:effectLst/>
      </p:bgPr>
    </p:bg>
    <p:spTree>
      <p:nvGrpSpPr>
        <p:cNvPr id="1" name=""/>
        <p:cNvGrpSpPr/>
        <p:nvPr/>
      </p:nvGrpSpPr>
      <p:grpSpPr>
        <a:xfrm>
          <a:off x="0" y="0"/>
          <a:ext cx="0" cy="0"/>
          <a:chOff x="0" y="0"/>
          <a:chExt cx="0" cy="0"/>
        </a:xfrm>
      </p:grpSpPr>
      <p:sp>
        <p:nvSpPr>
          <p:cNvPr id="2" name="Title Placeholder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0AIAAEQBAABwNQAAigYAABAAAAAmAAAACAAAAL8vAAAAAAAA"/>
              </a:ext>
            </a:extLst>
          </p:cNvSpPr>
          <p:nvPr>
            <p:ph type="title"/>
          </p:nvPr>
        </p:nvSpPr>
        <p:spPr>
          <a:xfrm>
            <a:off x="457200" y="205740"/>
            <a:ext cx="8229600" cy="857250"/>
          </a:xfrm>
          <a:prstGeom prst="rect">
            <a:avLst/>
          </a:prstGeom>
        </p:spPr>
        <p:txBody>
          <a:bodyPr vert="horz" wrap="square" lIns="91440" tIns="45720" rIns="91440" bIns="45720" numCol="1" spcCol="215900" anchor="ctr">
            <a:prstTxWarp prst="textNoShape">
              <a:avLst/>
            </a:prstTxWarp>
          </a:bodyPr>
          <a:lstStyle/>
          <a:p>
            <a:pPr>
              <a:defRPr lang="en-us"/>
            </a:pPr>
            <a:r>
              <a:t>Click to edit Master title style</a:t>
            </a:r>
          </a:p>
        </p:txBody>
      </p:sp>
      <p:sp>
        <p:nvSpPr>
          <p:cNvPr id="3" name="Tex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0AIAAGIHAABwNQAARBwAABAAAAAmAAAACAAAAD8vAAAAAAAA"/>
              </a:ext>
            </a:extLst>
          </p:cNvSpPr>
          <p:nvPr>
            <p:ph type="body" idx="1"/>
          </p:nvPr>
        </p:nvSpPr>
        <p:spPr>
          <a:xfrm>
            <a:off x="457200" y="1200150"/>
            <a:ext cx="8229600" cy="3394710"/>
          </a:xfrm>
          <a:prstGeom prst="rect">
            <a:avLst/>
          </a:prstGeom>
        </p:spPr>
        <p:txBody>
          <a:bodyPr vert="horz"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0AIAAFQdAADwDwAAAx8AABAAAAAmAAAACAAAAL+PAAAAAAAA"/>
              </a:ext>
            </a:extLst>
          </p:cNvSpPr>
          <p:nvPr>
            <p:ph type="dt" sz="half" idx="2"/>
          </p:nvPr>
        </p:nvSpPr>
        <p:spPr>
          <a:xfrm>
            <a:off x="457200" y="4767580"/>
            <a:ext cx="2133600" cy="273685"/>
          </a:xfrm>
          <a:prstGeom prst="rect">
            <a:avLst/>
          </a:prstGeom>
        </p:spPr>
        <p:txBody>
          <a:bodyPr vert="horz" wrap="square" lIns="91440" tIns="45720" rIns="91440" bIns="45720" numCol="1" spcCol="215900" anchor="ctr">
            <a:prstTxWarp prst="textNoShape">
              <a:avLst/>
            </a:prstTxWarp>
          </a:bodyPr>
          <a:lstStyle>
            <a:lvl1pPr algn="l">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997099F-D1F4-C2FF-BA2F-27AA47614C72}" type="datetime1">
              <a:t/>
            </a:fld>
          </a:p>
        </p:txBody>
      </p:sp>
      <p:sp>
        <p:nvSpPr>
          <p:cNvPr id="5" name="Footer Placeholder 4"/>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BMAAFQdAAAIJQAAAx8AABAAAAAmAAAACAAAAL+PAAAAAAAA"/>
              </a:ext>
            </a:extLst>
          </p:cNvSpPr>
          <p:nvPr>
            <p:ph type="ftr" sz="quarter" idx="3"/>
          </p:nvPr>
        </p:nvSpPr>
        <p:spPr>
          <a:xfrm>
            <a:off x="3124200" y="4767580"/>
            <a:ext cx="2895600" cy="273685"/>
          </a:xfrm>
          <a:prstGeom prst="rect">
            <a:avLst/>
          </a:prstGeom>
        </p:spPr>
        <p:txBody>
          <a:bodyPr vert="horz" wrap="square" lIns="91440" tIns="45720" rIns="91440" bIns="45720" numCol="1" spcCol="215900" anchor="ctr">
            <a:prstTxWarp prst="textNoShape">
              <a:avLst/>
            </a:prstTxWarp>
          </a:bodyPr>
          <a:lstStyle>
            <a:lvl1pPr algn="ctr">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6" name="Slide Number Placeholder 5"/>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UCgAAFQdAABwNQAAAx8AABAAAAAmAAAACAAAAL+PAAAAAAAA"/>
              </a:ext>
            </a:extLst>
          </p:cNvSpPr>
          <p:nvPr>
            <p:ph type="sldNum" sz="quarter" idx="4"/>
          </p:nvPr>
        </p:nvSpPr>
        <p:spPr>
          <a:xfrm>
            <a:off x="6553200" y="4767580"/>
            <a:ext cx="2133600" cy="273685"/>
          </a:xfrm>
          <a:prstGeom prst="rect">
            <a:avLst/>
          </a:prstGeom>
        </p:spPr>
        <p:txBody>
          <a:bodyPr vert="horz" wrap="square" lIns="91440" tIns="45720" rIns="91440" bIns="45720" numCol="1" spcCol="215900" anchor="ctr">
            <a:prstTxWarp prst="textNoShape">
              <a:avLst/>
            </a:prstTxWarp>
          </a:bodyPr>
          <a:lstStyle>
            <a:lvl1pPr algn="r">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99739A3-EDF4-C2CF-BA2F-1B9A77614C4E}" type="slidenum">
              <a:t/>
            </a:fld>
          </a:p>
        </p:txBody>
      </p:sp>
      <p:sp>
        <p:nvSpPr>
          <p:cNvPr id="7" name="TextBox 6"/>
          <p:cNvSpPr>
            <a:extLst>
              <a:ext uri="smNativeData">
                <pr:smNativeData xmlns:pr="smNativeData" xmlns="smNativeData" val="SMDATA_15_N2eY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8v///xMgAACOMwAASyMAABAgAAAmAAAACAAAAP//////////"/>
              </a:ext>
            </a:extLst>
          </p:cNvSpPr>
          <p:nvPr/>
        </p:nvSpPr>
        <p:spPr>
          <a:xfrm>
            <a:off x="-8890" y="5213985"/>
            <a:ext cx="8389620" cy="523240"/>
          </a:xfrm>
          <a:prstGeom prst="rect">
            <a:avLst/>
          </a:prstGeom>
          <a:noFill/>
          <a:ln>
            <a:noFill/>
          </a:ln>
          <a:effectLst/>
        </p:spPr>
        <p:txBody>
          <a:bodyPr vert="horz" wrap="square" lIns="91440" tIns="45720" rIns="91440" bIns="45720" numCol="1" spcCol="215900" anchor="t"/>
          <a:lstStyle/>
          <a:p>
            <a:pPr>
              <a:defRPr lang="en-us"/>
            </a:pPr>
            <a:r>
              <a:rPr lang="en-us" sz="1400" cap="none">
                <a:solidFill>
                  <a:srgbClr val="A5A5A5"/>
                </a:solidFill>
              </a:rPr>
              <a:t>This presentation uses a free template provided by FPPT.com</a:t>
            </a:r>
            <a:endParaRPr lang="en-us" sz="1400" cap="none">
              <a:solidFill>
                <a:srgbClr val="A5A5A5"/>
              </a:solidFill>
            </a:endParaRPr>
          </a:p>
          <a:p>
            <a:pPr>
              <a:defRPr lang="en-us"/>
            </a:pPr>
            <a:r>
              <a:rPr lang="en-us" sz="1400" cap="none">
                <a:solidFill>
                  <a:srgbClr val="A5A5A5"/>
                </a:solidFill>
              </a:rPr>
              <a:t>www.free-power-point-templates.com</a:t>
            </a:r>
            <a:endParaRPr lang="en-us" sz="1400" cap="none">
              <a:solidFill>
                <a:srgbClr val="A5A5A5"/>
              </a:solidFil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6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ftr="0"/>
  <p:txStyles>
    <p:titleStyle>
      <a:lvl1pPr marL="0" marR="0" indent="0" algn="ctr" defTabSz="914400">
        <a:lnSpc>
          <a:spcPct val="100000"/>
        </a:lnSpc>
        <a:spcBef>
          <a:spcPts val="0"/>
        </a:spcBef>
        <a:spcAft>
          <a:spcPts val="0"/>
        </a:spcAft>
        <a:buNone/>
        <a:tabLst/>
        <a:defRPr lang="en-us" sz="44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342900" marR="0" indent="-342900" algn="l" defTabSz="914400">
        <a:lnSpc>
          <a:spcPct val="100000"/>
        </a:lnSpc>
        <a:spcBef>
          <a:spcPts val="0"/>
        </a:spcBef>
        <a:spcAft>
          <a:spcPts val="0"/>
        </a:spcAft>
        <a:buClrTx/>
        <a:buSzTx/>
        <a:buFont typeface="Arial" pitchFamily="2" charset="0"/>
        <a:buChar char="•"/>
        <a:tabLst/>
        <a:defRPr lang="en-us" sz="3200" b="0" i="0" u="none" strike="noStrike" kern="1" cap="none" spc="0" baseline="0">
          <a:solidFill>
            <a:schemeClr val="tx1"/>
          </a:solidFill>
          <a:effectLst/>
          <a:latin typeface="Calibri" pitchFamily="2" charset="0"/>
          <a:ea typeface="Calibri" pitchFamily="2" charset="0"/>
          <a:cs typeface="Calibri" pitchFamily="2" charset="0"/>
        </a:defRPr>
      </a:lvl1pPr>
      <a:lvl2pPr marL="742950" marR="0" indent="-285750" algn="l" defTabSz="914400">
        <a:lnSpc>
          <a:spcPct val="100000"/>
        </a:lnSpc>
        <a:spcBef>
          <a:spcPts val="0"/>
        </a:spcBef>
        <a:spcAft>
          <a:spcPts val="0"/>
        </a:spcAft>
        <a:buClrTx/>
        <a:buSzTx/>
        <a:buFont typeface="Arial" pitchFamily="2" charset="0"/>
        <a:buChar char="–"/>
        <a:tabLst/>
        <a:defRPr lang="en-us" sz="2800" b="0" i="0" u="none" strike="noStrike" kern="1" cap="none" spc="0" baseline="0">
          <a:solidFill>
            <a:schemeClr val="tx1"/>
          </a:solidFill>
          <a:effectLst/>
          <a:latin typeface="Calibri" pitchFamily="2" charset="0"/>
          <a:ea typeface="Calibri" pitchFamily="2" charset="0"/>
          <a:cs typeface="Calibri" pitchFamily="2" charset="0"/>
        </a:defRPr>
      </a:lvl2pPr>
      <a:lvl3pPr marL="1143000" marR="0" indent="-228600" algn="l" defTabSz="914400">
        <a:lnSpc>
          <a:spcPct val="100000"/>
        </a:lnSpc>
        <a:spcBef>
          <a:spcPts val="0"/>
        </a:spcBef>
        <a:spcAft>
          <a:spcPts val="0"/>
        </a:spcAft>
        <a:buClrTx/>
        <a:buSzTx/>
        <a:buFont typeface="Arial" pitchFamily="2" charset="0"/>
        <a:buChar char="•"/>
        <a:tabLst/>
        <a:defRPr lang="en-us" sz="2400" b="0" i="0" u="none" strike="noStrike" kern="1" cap="none" spc="0" baseline="0">
          <a:solidFill>
            <a:schemeClr val="tx1"/>
          </a:solidFill>
          <a:effectLst/>
          <a:latin typeface="Calibri" pitchFamily="2" charset="0"/>
          <a:ea typeface="Calibri" pitchFamily="2" charset="0"/>
          <a:cs typeface="Calibri" pitchFamily="2" charset="0"/>
        </a:defRPr>
      </a:lvl3pPr>
      <a:lvl4pPr marL="16002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4pPr>
      <a:lvl5pPr marL="20574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5pPr>
      <a:lvl6pPr marL="25146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6pPr>
      <a:lvl7pPr marL="29718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7pPr>
      <a:lvl8pPr marL="34290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8pPr>
      <a:lvl9pPr marL="3886200" marR="0" indent="-228600" algn="l" defTabSz="914400">
        <a:lnSpc>
          <a:spcPct val="100000"/>
        </a:lnSpc>
        <a:spcBef>
          <a:spcPts val="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png"/></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1"/>
          <p:cNvSpPr>
            <a:extLst>
              <a:ext uri="smNativeData">
                <pr:smNativeData xmlns:pr="smNativeData" xmlns="smNativeData" val="SMDATA_15_N2eYaRMAAAAlAAAAZAAAAA8B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7uzhA8zMzADAwP8Af39/AAAAAAAAAAAAAAAAAAAAAAAAAAAAIQAAABgAAAAUAAAAwBIAAKAFAACQMwAAMAwAABAAAAAmAAAACAAAAP//////////"/>
              </a:ext>
            </a:extLst>
          </p:cNvSpPr>
          <p:nvPr/>
        </p:nvSpPr>
        <p:spPr>
          <a:xfrm>
            <a:off x="3048000" y="914400"/>
            <a:ext cx="5334000" cy="1066800"/>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ctr"/>
          <a:lstStyle/>
          <a:p>
            <a:pPr algn="ctr">
              <a:defRPr lang="en-us" sz="3000" b="1" cap="none">
                <a:effectLst>
                  <a:outerShdw dist="63500" dir="3600000" algn="tl" rotWithShape="0">
                    <a:srgbClr val="000000">
                      <a:alpha val="40000"/>
                    </a:srgbClr>
                  </a:outerShdw>
                </a:effectLst>
              </a:defRPr>
            </a:pPr>
            <a:r>
              <a:t>Telecom Customer Churn Analysis</a:t>
            </a:r>
          </a:p>
        </p:txBody>
      </p:sp>
      <p:sp>
        <p:nvSpPr>
          <p:cNvPr id="3" name="Rectangle2"/>
          <p:cNvSpPr>
            <a:extLst>
              <a:ext uri="smNativeData">
                <pr:smNativeData xmlns:pr="smNativeData" xmlns="smNativeData" val="SMDATA_15_N2eYaRMAAAAlAAAAZAAAAA8B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7uzhA8zMzADAwP8Af39/AAAAAAAAAAAAAAAAAAAAAAAAAAAAIQAAABgAAAAUAAAAEB0AAPAPAACQMwAAgBYAABAAAAAmAAAACAAAAP//////////"/>
              </a:ext>
            </a:extLst>
          </p:cNvSpPr>
          <p:nvPr/>
        </p:nvSpPr>
        <p:spPr>
          <a:xfrm>
            <a:off x="4724400" y="2590800"/>
            <a:ext cx="3657600" cy="1066800"/>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ctr"/>
          <a:lstStyle/>
          <a:p>
            <a:pPr algn="r">
              <a:defRPr lang="en-us"/>
            </a:pPr>
            <a:r>
              <a:t>Submitted By: Christy Susan Philip</a:t>
            </a:r>
          </a:p>
          <a:p>
            <a:pPr algn="r">
              <a:defRPr lang="en-us"/>
            </a:pPr>
            <a:r>
              <a:t>Tools: Tableau, Excel</a:t>
            </a:r>
          </a:p>
          <a:p>
            <a:pPr algn="r">
              <a:defRPr lang="en-us"/>
            </a:pPr>
            <a:r>
              <a:t>Date: 02/20/2026</a:t>
            </a: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LsBAABwNQAAbQYAABAAAAAmAAAACAAAAHxw////////"/>
              </a:ext>
            </a:extLst>
          </p:cNvSpPr>
          <p:nvPr>
            <p:ph type="title"/>
          </p:nvPr>
        </p:nvSpPr>
        <p:spPr>
          <a:noFill/>
          <a:ln>
            <a:noFill/>
          </a:ln>
          <a:effectLst/>
        </p:spPr>
        <p:txBody>
          <a:bodyPr vert="horz" wrap="square" lIns="91440" tIns="45720" rIns="91440" bIns="45720" numCol="1" spcCol="215900" anchor="ctr">
            <a:prstTxWarp prst="textNoShape">
              <a:avLst/>
            </a:prstTxWarp>
          </a:bodyPr>
          <a:lstStyle/>
          <a:p>
            <a:pPr algn="r">
              <a:defRPr lang="en-us"/>
            </a:pPr>
            <a:r>
              <a:t>Introduction</a:t>
            </a:r>
          </a:p>
        </p:txBody>
      </p:sp>
      <p:sp>
        <p:nvSpPr>
          <p:cNvPr id="3"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E4IAABwNQAAVB0AABAAAAAmAAAACAAAAHxw////////"/>
              </a:ext>
            </a:extLst>
          </p:cNvSpPr>
          <p:nvPr>
            <p:ph type="body" idx="1"/>
          </p:nvPr>
        </p:nvSpPr>
        <p:spPr>
          <a:noFill/>
          <a:ln>
            <a:noFill/>
          </a:ln>
          <a:effectLst/>
        </p:spPr>
        <p:txBody>
          <a:bodyPr vert="horz" wrap="square" lIns="91440" tIns="45720" rIns="91440" bIns="45720" numCol="1" spcCol="215900" anchor="t">
            <a:prstTxWarp prst="textNoShape">
              <a:avLst/>
            </a:prstTxWarp>
          </a:bodyPr>
          <a:lstStyle/>
          <a:p>
            <a:pPr marL="0" marR="0" indent="0" algn="l" defTabSz="914400">
              <a:lnSpc>
                <a:spcPct val="100000"/>
              </a:lnSpc>
              <a:spcBef>
                <a:spcPts val="670"/>
              </a:spcBef>
              <a:spcAft>
                <a:spcPts val="0"/>
              </a:spcAft>
              <a:buNone/>
              <a:tabLst/>
              <a:defRPr lang="en-us"/>
            </a:pPr>
            <a:r>
              <a:t>Customer churn is a major challenge in the telecom industry because acquiring new customers costs more than retaining existing ones. This project analyzes customer behavior patterns to identify key factors influencing churn and to help the business take proactive retention actions.</a:t>
            </a:r>
          </a:p>
          <a:p>
            <a:pPr marL="342900" marR="0" indent="-342900" algn="l" defTabSz="914400">
              <a:lnSpc>
                <a:spcPct val="100000"/>
              </a:lnSpc>
              <a:spcBef>
                <a:spcPts val="670"/>
              </a:spcBef>
              <a:spcAft>
                <a:spcPts val="0"/>
              </a:spcAft>
              <a:buClrTx/>
              <a:buSzTx/>
              <a:buFont typeface="Arial" pitchFamily="2" charset="0"/>
              <a:buChar char="•"/>
              <a:tabLst/>
              <a:defRPr lang="en-us"/>
            </a:pPr>
          </a:p>
          <a:p>
            <a:pPr marL="342900" marR="0" indent="-342900" algn="l" defTabSz="914400">
              <a:lnSpc>
                <a:spcPct val="100000"/>
              </a:lnSpc>
              <a:spcBef>
                <a:spcPts val="670"/>
              </a:spcBef>
              <a:spcAft>
                <a:spcPts val="0"/>
              </a:spcAft>
              <a:buClrTx/>
              <a:buSzTx/>
              <a:buFont typeface="Arial" pitchFamily="2" charset="0"/>
              <a:buChar char="•"/>
              <a:tabLst/>
              <a:defRPr lang="en-us"/>
            </a:pPr>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LsBAABwNQAAbQYAABAAAAAmAAAACAAAAAAgAAAAAAAA"/>
              </a:ext>
            </a:extLst>
          </p:cNvSpPr>
          <p:nvPr>
            <p:ph type="title"/>
          </p:nvPr>
        </p:nvSpPr>
        <p:spPr/>
        <p:txBody>
          <a:bodyPr vert="horz" wrap="square" lIns="91440" tIns="45720" rIns="91440" bIns="45720" numCol="1" spcCol="215900" anchor="ctr">
            <a:prstTxWarp prst="textNoShape">
              <a:avLst/>
            </a:prstTxWarp>
          </a:bodyPr>
          <a:lstStyle/>
          <a:p>
            <a:pPr>
              <a:spcBef>
                <a:spcPts val="0"/>
              </a:spcBef>
              <a:defRPr lang="en-us"/>
            </a:pPr>
            <a:r>
              <a:t>Objective</a:t>
            </a:r>
          </a:p>
        </p:txBody>
      </p:sp>
      <p:sp>
        <p:nvSpPr>
          <p:cNvPr id="3"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E4IAABwNQAAVB0AABAAAAAmAAAACAAAAAAAAAAAAAAA"/>
              </a:ext>
            </a:extLst>
          </p:cNvSpPr>
          <p:nvPr>
            <p:ph type="body" idx="1"/>
          </p:nvPr>
        </p:nvSpPr>
        <p:spPr/>
        <p:txBody>
          <a:bodyPr/>
          <a:lstStyle/>
          <a:p>
            <a:pPr>
              <a:spcBef>
                <a:spcPts val="670"/>
              </a:spcBef>
              <a:defRPr lang="en-us"/>
            </a:pPr>
          </a:p>
          <a:p>
            <a:pPr>
              <a:spcBef>
                <a:spcPts val="670"/>
              </a:spcBef>
              <a:defRPr lang="en-us"/>
            </a:pPr>
            <a:r>
              <a:t>Identify key drivers of customer churn</a:t>
            </a:r>
          </a:p>
          <a:p>
            <a:pPr>
              <a:spcBef>
                <a:spcPts val="670"/>
              </a:spcBef>
              <a:defRPr lang="en-us"/>
            </a:pPr>
            <a:r>
              <a:t>Analyze customer segments with high churn risk</a:t>
            </a:r>
          </a:p>
          <a:p>
            <a:pPr>
              <a:spcBef>
                <a:spcPts val="670"/>
              </a:spcBef>
              <a:defRPr lang="en-us"/>
            </a:pPr>
            <a:r>
              <a:t>Provide actionable insights to reduce churn</a:t>
            </a:r>
          </a:p>
          <a:p>
            <a:pPr>
              <a:defRPr lang="en-us"/>
            </a:pPr>
            <a:r>
              <a:t>Support data-driven decision making</a:t>
            </a:r>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wAMAAOEAAABwNQAAwAMAABAAAAAmAAAACAAAAAEgAAAAAAAA"/>
              </a:ext>
            </a:extLst>
          </p:cNvSpPr>
          <p:nvPr>
            <p:ph type="title"/>
          </p:nvPr>
        </p:nvSpPr>
        <p:spPr>
          <a:xfrm>
            <a:off x="609600" y="142875"/>
            <a:ext cx="8077200" cy="466725"/>
          </a:xfrm>
        </p:spPr>
        <p:txBody>
          <a:bodyPr vert="horz" wrap="square" lIns="91440" tIns="45720" rIns="91440" bIns="45720" numCol="1" spcCol="215900" anchor="ctr">
            <a:prstTxWarp prst="textNoShape">
              <a:avLst/>
            </a:prstTxWarp>
          </a:bodyPr>
          <a:lstStyle/>
          <a:p>
            <a:pPr algn="ctr">
              <a:spcBef>
                <a:spcPts val="0"/>
              </a:spcBef>
              <a:defRPr lang="en-us"/>
            </a:pPr>
            <a:r>
              <a:t>Dataset Used</a:t>
            </a:r>
          </a:p>
        </p:txBody>
      </p:sp>
      <p:pic>
        <p:nvPicPr>
          <p:cNvPr id="3" name="Picture1"/>
          <p:cNvPicPr>
            <a:picLocks noChangeAspect="1"/>
            <a:extLst>
              <a:ext uri="smNativeData">
                <pr:smNativeData xmlns:pr="smNativeData" xmlns="smNativeData" val="SMDATA_17_N2eYaRMAAAAlAAAAEQAAAC8B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PsEAAD7BAAACgUAAAoFAAAQAAAAJgAAAAgAAAD//////////w=="/>
              </a:ext>
            </a:extLst>
          </p:cNvPicPr>
          <p:nvPr/>
        </p:nvPicPr>
        <p:blipFill>
          <a:blip r:embed="rId2"/>
          <a:stretch>
            <a:fillRect/>
          </a:stretch>
        </p:blipFill>
        <p:spPr>
          <a:xfrm>
            <a:off x="809625" y="809625"/>
            <a:ext cx="9525" cy="9525"/>
          </a:xfrm>
          <a:prstGeom prst="rect">
            <a:avLst/>
          </a:prstGeom>
          <a:noFill/>
          <a:ln>
            <a:noFill/>
          </a:ln>
          <a:effectLst/>
        </p:spPr>
      </p:pic>
      <p:pic>
        <p:nvPicPr>
          <p:cNvPr id="4" name="Picture2"/>
          <p:cNvPicPr>
            <a:picLocks noChangeAspect="1"/>
            <a:extLst>
              <a:ext uri="smNativeData">
                <pr:smNativeData xmlns:pr="smNativeData" xmlns="smNativeData" val="SMDATA_17_N2eYaRMAAAAlAAAAEQAAAC8B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AAAAACVBAAAQDgAAEAaAAAQAAAAJgAAAAgAAAD//////////w=="/>
              </a:ext>
            </a:extLst>
          </p:cNvPicPr>
          <p:nvPr/>
        </p:nvPicPr>
        <p:blipFill>
          <a:blip r:embed="rId3"/>
          <a:stretch>
            <a:fillRect/>
          </a:stretch>
        </p:blipFill>
        <p:spPr>
          <a:xfrm>
            <a:off x="0" y="744855"/>
            <a:ext cx="9144000" cy="3522345"/>
          </a:xfrm>
          <a:prstGeom prst="rect">
            <a:avLst/>
          </a:prstGeom>
          <a:noFill/>
          <a:ln>
            <a:noFill/>
          </a:ln>
          <a:effectLst/>
        </p:spPr>
      </p:pic>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YAkAAOEAAABwNQAAcAYAABAAAAAmAAAACAAAAAEgAAAAAAAA"/>
              </a:ext>
            </a:extLst>
          </p:cNvSpPr>
          <p:nvPr>
            <p:ph type="title"/>
          </p:nvPr>
        </p:nvSpPr>
        <p:spPr>
          <a:xfrm>
            <a:off x="1524000" y="142875"/>
            <a:ext cx="7162800" cy="903605"/>
          </a:xfrm>
        </p:spPr>
        <p:txBody>
          <a:bodyPr vert="horz" wrap="square" lIns="91440" tIns="45720" rIns="91440" bIns="45720" numCol="1" spcCol="215900" anchor="ctr">
            <a:prstTxWarp prst="textNoShape">
              <a:avLst/>
            </a:prstTxWarp>
          </a:bodyPr>
          <a:lstStyle/>
          <a:p>
            <a:pPr>
              <a:spcBef>
                <a:spcPts val="0"/>
              </a:spcBef>
              <a:defRPr lang="en-us"/>
            </a:pPr>
            <a:r>
              <a:t>Dashboard Overview</a:t>
            </a:r>
          </a:p>
        </p:txBody>
      </p:sp>
      <p:pic>
        <p:nvPicPr>
          <p:cNvPr id="3" name="Picture1"/>
          <p:cNvPicPr>
            <a:picLocks noChangeAspect="1"/>
            <a:extLst>
              <a:ext uri="smNativeData">
                <pr:smNativeData xmlns:pr="smNativeData" xmlns="smNativeData" val="SMDATA_17_N2eYaRMAAAAlAAAAEQAAAC8B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PH///+ABwAATzgAAKQfAAAQAAAAJgAAAAgAAAD//////////w=="/>
              </a:ext>
            </a:extLst>
          </p:cNvPicPr>
          <p:nvPr/>
        </p:nvPicPr>
        <p:blipFill>
          <a:blip r:embed="rId2"/>
          <a:stretch>
            <a:fillRect/>
          </a:stretch>
        </p:blipFill>
        <p:spPr>
          <a:xfrm>
            <a:off x="-9525" y="1219200"/>
            <a:ext cx="9163050" cy="3924300"/>
          </a:xfrm>
          <a:prstGeom prst="rect">
            <a:avLst/>
          </a:prstGeom>
          <a:noFill/>
          <a:ln>
            <a:noFill/>
          </a:ln>
          <a:effectLst/>
        </p:spPr>
      </p:pic>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HAIAABgNgAA8B4AABAAAAAmAAAACAAAAAEAAAAAAAAA"/>
              </a:ext>
            </a:extLst>
          </p:cNvSpPr>
          <p:nvPr>
            <p:ph type="body" idx="1"/>
          </p:nvPr>
        </p:nvSpPr>
        <p:spPr>
          <a:xfrm>
            <a:off x="457200" y="1371600"/>
            <a:ext cx="8382000" cy="3657600"/>
          </a:xfrm>
        </p:spPr>
        <p:txBody>
          <a:bodyPr/>
          <a:lstStyle/>
          <a:p>
            <a:pPr marL="0" indent="0" algn="l">
              <a:spcBef>
                <a:spcPts val="670"/>
              </a:spcBef>
              <a:buNone/>
              <a:defRPr lang="en-us" sz="2000" b="1" cap="none"/>
            </a:pPr>
            <a:r>
              <a:t>Overall Approach</a:t>
            </a:r>
          </a:p>
          <a:p>
            <a:pPr marL="0" indent="0" algn="l">
              <a:spcBef>
                <a:spcPts val="670"/>
              </a:spcBef>
              <a:buNone/>
              <a:defRPr lang="en-us" sz="2000" cap="none"/>
            </a:pPr>
            <a:r>
              <a:t>Customer churn analysis was performed by segmenting customers based on demographics, service usage, billing behavior, and contract attributes to identify high-risk churn groups.</a:t>
            </a:r>
          </a:p>
          <a:p>
            <a:pPr marL="0" indent="0">
              <a:spcBef>
                <a:spcPts val="670"/>
              </a:spcBef>
              <a:buNone/>
              <a:defRPr lang="en-us" sz="2000" b="1" cap="none"/>
            </a:pPr>
            <a:r>
              <a:t>KPI Calculation Logic</a:t>
            </a:r>
          </a:p>
          <a:p>
            <a:pPr marL="0" indent="0">
              <a:spcBef>
                <a:spcPts val="670"/>
              </a:spcBef>
              <a:buNone/>
              <a:defRPr lang="en-us" sz="2000" b="1" cap="none"/>
            </a:pPr>
            <a:r>
              <a:t>Total Customers</a:t>
            </a:r>
          </a:p>
          <a:p>
            <a:pPr marL="0" indent="0">
              <a:spcBef>
                <a:spcPts val="670"/>
              </a:spcBef>
              <a:buNone/>
              <a:defRPr lang="en-us" sz="2000" cap="none"/>
            </a:pPr>
            <a:r>
              <a:t>Count of unique customer IDs</a:t>
            </a:r>
          </a:p>
          <a:p>
            <a:pPr marL="0" indent="0">
              <a:spcBef>
                <a:spcPts val="670"/>
              </a:spcBef>
              <a:buNone/>
              <a:defRPr lang="en-us" sz="2000" b="1" cap="none"/>
            </a:pPr>
            <a:r>
              <a:t>Total Churned</a:t>
            </a:r>
          </a:p>
          <a:p>
            <a:pPr marL="0" indent="0">
              <a:buNone/>
              <a:defRPr lang="en-us"/>
            </a:pPr>
            <a:r>
              <a:rPr lang="en-us" sz="2000" cap="none"/>
              <a:t>Customers where Churn Label = Yes</a:t>
            </a:r>
            <a:endParaRPr lang="en-us" sz="2000" cap="none"/>
          </a:p>
        </p:txBody>
      </p:sp>
      <p:sp>
        <p:nvSpPr>
          <p:cNvPr id="3" name="Rectangle1"/>
          <p:cNvSpPr>
            <a:extLst>
              <a:ext uri="smNativeData">
                <pr:smNativeData xmlns:pr="smNativeData" xmlns="smNativeData" val="SMDATA_15_N2eYaRMAAAAlAAAAZAAAAA8B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7uzhA8zMzADAwP8Af39/AAAAAAAAAAAAAAAAAAAAAAAAAAAAIQAAABgAAAAUAAAAEA4AANACAACQMwAAkAYAABAAAAAmAAAACAAAAP//////////"/>
              </a:ext>
            </a:extLst>
          </p:cNvSpPr>
          <p:nvPr/>
        </p:nvSpPr>
        <p:spPr>
          <a:xfrm>
            <a:off x="2286000" y="457200"/>
            <a:ext cx="6096000" cy="609600"/>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ctr"/>
          <a:lstStyle/>
          <a:p>
            <a:pPr algn="ctr">
              <a:defRPr lang="en-us" sz="2600" cap="none">
                <a:solidFill>
                  <a:srgbClr val="FF0066"/>
                </a:solidFill>
                <a:effectLst>
                  <a:outerShdw dist="63500" dir="3600000" algn="tl" rotWithShape="0">
                    <a:srgbClr val="000000">
                      <a:alpha val="40000"/>
                    </a:srgbClr>
                  </a:outerShdw>
                </a:effectLst>
              </a:defRPr>
            </a:pPr>
            <a:r>
              <a:t>Criteria Used — KPI &amp; Methodology</a:t>
            </a:r>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IAHAABwNQAAhhwAAAAAAAAmAAAACAAAAAEAAAAAAAAA"/>
              </a:ext>
            </a:extLst>
          </p:cNvSpPr>
          <p:nvPr>
            <p:ph type="body" idx="1"/>
          </p:nvPr>
        </p:nvSpPr>
        <p:spPr>
          <a:xfrm>
            <a:off x="457200" y="1219200"/>
            <a:ext cx="8229600" cy="3417570"/>
          </a:xfrm>
        </p:spPr>
        <p:txBody>
          <a:bodyPr/>
          <a:lstStyle/>
          <a:p>
            <a:pPr marL="0" indent="0">
              <a:spcBef>
                <a:spcPts val="670"/>
              </a:spcBef>
              <a:buNone/>
              <a:defRPr lang="en-us" sz="2000" b="1" cap="none"/>
            </a:pPr>
            <a:r>
              <a:t>Active Customers</a:t>
            </a:r>
          </a:p>
          <a:p>
            <a:pPr marL="0" indent="0">
              <a:spcBef>
                <a:spcPts val="670"/>
              </a:spcBef>
              <a:buNone/>
              <a:defRPr lang="en-us" sz="2000" cap="none"/>
            </a:pPr>
            <a:r>
              <a:t>Total Customers − Total Churned</a:t>
            </a:r>
          </a:p>
          <a:p>
            <a:pPr marL="0" marR="0" indent="0" algn="l" defTabSz="914400">
              <a:lnSpc>
                <a:spcPct val="100000"/>
              </a:lnSpc>
              <a:spcBef>
                <a:spcPts val="670"/>
              </a:spcBef>
              <a:spcAft>
                <a:spcPts val="0"/>
              </a:spcAft>
              <a:buNone/>
              <a:tabLst/>
              <a:defRPr lang="en-us" sz="2000" cap="none">
                <a:solidFill>
                  <a:srgbClr val="000000"/>
                </a:solidFill>
                <a:uFill>
                  <a:solidFill>
                    <a:srgbClr val="000000"/>
                  </a:solidFill>
                </a:uFill>
              </a:defRPr>
            </a:pPr>
            <a:r>
              <a:rPr lang="en-us" b="1" cap="none"/>
              <a:t>Churn Rate</a:t>
            </a:r>
            <a:r>
              <a:t>-Calculated using customer-level churn flag</a:t>
            </a:r>
          </a:p>
          <a:p>
            <a:pPr marL="0" marR="0" indent="0" algn="l" defTabSz="914400">
              <a:lnSpc>
                <a:spcPct val="100000"/>
              </a:lnSpc>
              <a:spcBef>
                <a:spcPts val="670"/>
              </a:spcBef>
              <a:spcAft>
                <a:spcPts val="0"/>
              </a:spcAft>
              <a:buNone/>
              <a:tabLst/>
              <a:defRPr lang="en-us" sz="2000" cap="none">
                <a:solidFill>
                  <a:srgbClr val="000000"/>
                </a:solidFill>
                <a:uFill>
                  <a:solidFill>
                    <a:srgbClr val="000000"/>
                  </a:solidFill>
                </a:uFill>
              </a:defRPr>
            </a:pPr>
            <a:r>
              <a:t>Formula:Churn Rate = (Total Churned Customers / Total Customers) × 100</a:t>
            </a:r>
          </a:p>
          <a:p>
            <a:pPr marL="0" indent="0">
              <a:spcBef>
                <a:spcPts val="670"/>
              </a:spcBef>
              <a:buNone/>
              <a:defRPr lang="en-us" sz="2000" cap="none"/>
            </a:pPr>
          </a:p>
          <a:p>
            <a:pPr marL="0" indent="0">
              <a:spcBef>
                <a:spcPts val="670"/>
              </a:spcBef>
              <a:buNone/>
              <a:defRPr lang="en-us" sz="2000" b="1" cap="none"/>
            </a:pPr>
            <a:r>
              <a:t>Data Validation</a:t>
            </a:r>
          </a:p>
          <a:p>
            <a:pPr marL="0" indent="0">
              <a:spcBef>
                <a:spcPts val="670"/>
              </a:spcBef>
              <a:buNone/>
              <a:defRPr lang="en-us" sz="2000" cap="none"/>
            </a:pPr>
            <a:r>
              <a:t>Dataset reviewed for consistency.</a:t>
            </a:r>
          </a:p>
          <a:p>
            <a:pPr marL="0" indent="0">
              <a:spcBef>
                <a:spcPts val="670"/>
              </a:spcBef>
              <a:buNone/>
              <a:defRPr lang="en-us" sz="2000" cap="none"/>
            </a:pPr>
            <a:r>
              <a:t>Analysis performed on customer-level aggregated data. Null and duplicate checks performed where applicable.</a:t>
            </a:r>
          </a:p>
          <a:p>
            <a:pPr marL="0" indent="0">
              <a:buNone/>
              <a:defRPr lang="en-us" sz="2000" cap="none"/>
            </a:pPr>
          </a:p>
          <a:p>
            <a:pPr marL="0" indent="0">
              <a:buNone/>
              <a:defRPr lang="en-us" sz="2000" cap="none"/>
            </a:pPr>
          </a:p>
        </p:txBody>
      </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LsBAABwNQAAbQYAABAAAAAmAAAACAAAAAAgAAAAAAAA"/>
              </a:ext>
            </a:extLst>
          </p:cNvSpPr>
          <p:nvPr>
            <p:ph type="title"/>
          </p:nvPr>
        </p:nvSpPr>
        <p:spPr/>
        <p:txBody>
          <a:bodyPr vert="horz" wrap="square" lIns="91440" tIns="45720" rIns="91440" bIns="45720" numCol="1" spcCol="215900" anchor="ctr">
            <a:prstTxWarp prst="textNoShape">
              <a:avLst/>
            </a:prstTxWarp>
          </a:bodyPr>
          <a:lstStyle/>
          <a:p>
            <a:pPr>
              <a:spcBef>
                <a:spcPts val="0"/>
              </a:spcBef>
              <a:defRPr lang="en-us"/>
            </a:pPr>
            <a:r>
              <a:t>Data Segmentation Criteria</a:t>
            </a:r>
          </a:p>
        </p:txBody>
      </p:sp>
      <p:sp>
        <p:nvSpPr>
          <p:cNvPr id="3"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E4IAABwNQAAVB0AABAAAAAmAAAACAAAAAAAAAAAAAAA"/>
              </a:ext>
            </a:extLst>
          </p:cNvSpPr>
          <p:nvPr>
            <p:ph type="body" idx="1"/>
          </p:nvPr>
        </p:nvSpPr>
        <p:spPr/>
        <p:txBody>
          <a:bodyPr/>
          <a:lstStyle/>
          <a:p>
            <a:pPr marL="0" indent="0">
              <a:spcBef>
                <a:spcPts val="670"/>
              </a:spcBef>
              <a:buNone/>
              <a:defRPr lang="en-us" sz="2000" b="1" cap="none"/>
            </a:pPr>
            <a:r>
              <a:t>Contract Type Analysis</a:t>
            </a:r>
          </a:p>
          <a:p>
            <a:pPr marL="0" indent="0">
              <a:spcBef>
                <a:spcPts val="670"/>
              </a:spcBef>
              <a:buNone/>
              <a:defRPr lang="en-us" sz="2000" cap="none"/>
            </a:pPr>
            <a:r>
              <a:t>Grouped by: Month-to-month, One year, Two year</a:t>
            </a:r>
          </a:p>
          <a:p>
            <a:pPr marL="0" indent="0">
              <a:spcBef>
                <a:spcPts val="670"/>
              </a:spcBef>
              <a:buNone/>
              <a:defRPr lang="en-us" sz="2000" cap="none"/>
            </a:pPr>
            <a:r>
              <a:t>Metric: Average churn flag</a:t>
            </a:r>
          </a:p>
          <a:p>
            <a:pPr marL="0" indent="0">
              <a:buNone/>
              <a:defRPr lang="en-us" sz="2000" cap="none"/>
            </a:pPr>
            <a:r>
              <a:t>Purpose: Evaluate impact of contract commitment on churn</a:t>
            </a:r>
          </a:p>
          <a:p>
            <a:pPr marL="0" indent="0">
              <a:buNone/>
              <a:defRPr lang="en-us" sz="2000" b="1" cap="none"/>
            </a:pPr>
          </a:p>
          <a:p>
            <a:pPr marL="0" indent="0" algn="l">
              <a:spcBef>
                <a:spcPts val="480"/>
              </a:spcBef>
              <a:buNone/>
              <a:defRPr lang="en-us" sz="2000" b="1" cap="none"/>
            </a:pPr>
            <a:r>
              <a:t>Tenure Analysis</a:t>
            </a:r>
          </a:p>
          <a:p>
            <a:pPr marL="0" indent="0" algn="l">
              <a:spcBef>
                <a:spcPts val="480"/>
              </a:spcBef>
              <a:buNone/>
              <a:defRPr lang="en-us" sz="2000" cap="none"/>
            </a:pPr>
            <a:r>
              <a:t>Tenure grouped into monthly bins(0-12 range)</a:t>
            </a:r>
          </a:p>
          <a:p>
            <a:pPr marL="0" indent="0" algn="l">
              <a:spcBef>
                <a:spcPts val="480"/>
              </a:spcBef>
              <a:buNone/>
              <a:defRPr lang="en-us" sz="2000" cap="none"/>
            </a:pPr>
            <a:r>
              <a:t>Metric: Average churn rate</a:t>
            </a:r>
          </a:p>
          <a:p>
            <a:pPr marL="0" indent="0">
              <a:spcBef>
                <a:spcPts val="480"/>
              </a:spcBef>
              <a:buNone/>
              <a:defRPr lang="en-us" sz="2000" cap="none"/>
            </a:pPr>
            <a:r>
              <a:t>Purpose: Identify lifecycle-based churn risk</a:t>
            </a:r>
          </a:p>
          <a:p>
            <a:pPr>
              <a:defRPr lang="en-us"/>
            </a:pPr>
          </a:p>
          <a:p>
            <a:pPr>
              <a:defRPr lang="en-us"/>
            </a:pPr>
          </a:p>
        </p:txBody>
      </p:sp>
    </p:spTree>
  </p:cSld>
  <p:clrMapOvr>
    <a:masterClrMapping/>
  </p:clrMapOvr>
  <p:timing>
    <p:tnLst>
      <p:par>
        <p:cTn id="1" dur="indefinite" restart="never" nodeType="tmRoot"/>
      </p:par>
    </p:tnLst>
  </p:timing>
</p:sld>
</file>

<file path=ppt/slides/slide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IAHAABwNQAAVB0AABAAAAAmAAAACAAAAAEAAAAAAAAA"/>
              </a:ext>
            </a:extLst>
          </p:cNvSpPr>
          <p:nvPr>
            <p:ph type="body" idx="1"/>
          </p:nvPr>
        </p:nvSpPr>
        <p:spPr>
          <a:xfrm>
            <a:off x="457200" y="1219200"/>
            <a:ext cx="8229600" cy="3548380"/>
          </a:xfrm>
        </p:spPr>
        <p:txBody>
          <a:bodyPr/>
          <a:lstStyle/>
          <a:p>
            <a:pPr marL="0" indent="0">
              <a:spcBef>
                <a:spcPts val="670"/>
              </a:spcBef>
              <a:buNone/>
              <a:defRPr lang="en-us" sz="2000" b="1" cap="none"/>
            </a:pPr>
            <a:r>
              <a:t>Monthly Charges Analysis</a:t>
            </a:r>
          </a:p>
          <a:p>
            <a:pPr marL="0" indent="0">
              <a:spcBef>
                <a:spcPts val="670"/>
              </a:spcBef>
              <a:buNone/>
              <a:defRPr lang="en-us" sz="2000" cap="none"/>
            </a:pPr>
            <a:r>
              <a:t>Charges bucketed into value ranges</a:t>
            </a:r>
          </a:p>
          <a:p>
            <a:pPr marL="0" indent="0">
              <a:spcBef>
                <a:spcPts val="670"/>
              </a:spcBef>
              <a:buNone/>
              <a:defRPr lang="en-us" sz="2000" cap="none"/>
            </a:pPr>
            <a:r>
              <a:t>Metric: Average churn flag</a:t>
            </a:r>
          </a:p>
          <a:p>
            <a:pPr marL="0" indent="0">
              <a:spcBef>
                <a:spcPts val="670"/>
              </a:spcBef>
              <a:buNone/>
              <a:defRPr lang="en-us" sz="2000" cap="none"/>
            </a:pPr>
            <a:r>
              <a:t>Purpose: Assess price sensitivity</a:t>
            </a:r>
          </a:p>
          <a:p>
            <a:pPr marL="0" indent="0">
              <a:spcBef>
                <a:spcPts val="670"/>
              </a:spcBef>
              <a:buNone/>
              <a:defRPr lang="en-us" sz="2000" cap="none"/>
            </a:pPr>
          </a:p>
          <a:p>
            <a:pPr marL="0" indent="0">
              <a:spcBef>
                <a:spcPts val="670"/>
              </a:spcBef>
              <a:buNone/>
              <a:defRPr lang="en-us" sz="2000" b="1" cap="none"/>
            </a:pPr>
            <a:r>
              <a:t>Internet Service Type</a:t>
            </a:r>
          </a:p>
          <a:p>
            <a:pPr marL="0" indent="0">
              <a:spcBef>
                <a:spcPts val="670"/>
              </a:spcBef>
              <a:buNone/>
              <a:defRPr lang="en-us" sz="2000" cap="none"/>
            </a:pPr>
            <a:r>
              <a:t>Categories: Fiber optic, DSL, No internet</a:t>
            </a:r>
          </a:p>
          <a:p>
            <a:pPr marL="0" indent="0">
              <a:spcBef>
                <a:spcPts val="670"/>
              </a:spcBef>
              <a:buNone/>
              <a:defRPr lang="en-us" sz="2000" cap="none"/>
            </a:pPr>
            <a:r>
              <a:t>Metric: Average churn rate</a:t>
            </a:r>
          </a:p>
          <a:p>
            <a:pPr marL="0" indent="0">
              <a:spcBef>
                <a:spcPts val="670"/>
              </a:spcBef>
              <a:buNone/>
              <a:defRPr lang="en-us" sz="2000" cap="none"/>
            </a:pPr>
            <a:r>
              <a:t>Purpose: Compare churn across service types</a:t>
            </a:r>
            <a:endParaRPr lang="en-us" sz="2800" cap="none"/>
          </a:p>
          <a:p>
            <a:pPr>
              <a:defRPr lang="en-us"/>
            </a:pPr>
          </a:p>
        </p:txBody>
      </p:sp>
    </p:spTree>
  </p:cSld>
  <p:clrMapOvr>
    <a:masterClrMapping/>
  </p:clrMapOvr>
  <p:timing>
    <p:tnLst>
      <p:par>
        <p:cTn id="1" dur="indefinite" restart="never" nodeType="tmRoot"/>
      </p:par>
    </p:tnLst>
  </p:timing>
</p:sld>
</file>

<file path=ppt/slides/slide1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IAHAABwNQAAVB0AABAAAAAmAAAACAAAAAEAAAAAAAAA"/>
              </a:ext>
            </a:extLst>
          </p:cNvSpPr>
          <p:nvPr>
            <p:ph type="body" idx="1"/>
          </p:nvPr>
        </p:nvSpPr>
        <p:spPr>
          <a:xfrm>
            <a:off x="457200" y="1219200"/>
            <a:ext cx="8229600" cy="3548380"/>
          </a:xfrm>
        </p:spPr>
        <p:txBody>
          <a:bodyPr/>
          <a:lstStyle/>
          <a:p>
            <a:pPr marL="0" indent="0">
              <a:spcBef>
                <a:spcPts val="670"/>
              </a:spcBef>
              <a:buNone/>
              <a:defRPr lang="en-us" sz="2000" b="1" cap="none"/>
            </a:pPr>
            <a:r>
              <a:t>Payment Method</a:t>
            </a:r>
          </a:p>
          <a:p>
            <a:pPr marL="0" indent="0">
              <a:spcBef>
                <a:spcPts val="670"/>
              </a:spcBef>
              <a:buNone/>
              <a:defRPr lang="en-us" sz="2000" cap="none"/>
            </a:pPr>
            <a:r>
              <a:t>Categories: Electronic check, Mailed check, Bank transfer, Credit card</a:t>
            </a:r>
          </a:p>
          <a:p>
            <a:pPr marL="0" indent="0">
              <a:spcBef>
                <a:spcPts val="670"/>
              </a:spcBef>
              <a:buNone/>
              <a:defRPr lang="en-us" sz="2000" cap="none"/>
            </a:pPr>
            <a:r>
              <a:t>Metric: Average churn rate</a:t>
            </a:r>
          </a:p>
          <a:p>
            <a:pPr marL="0" indent="0">
              <a:spcBef>
                <a:spcPts val="670"/>
              </a:spcBef>
              <a:buNone/>
              <a:defRPr lang="en-us" sz="2000" cap="none"/>
            </a:pPr>
            <a:r>
              <a:t>Purpose: Identify payment behavior patterns</a:t>
            </a:r>
          </a:p>
          <a:p>
            <a:pPr marL="0" indent="0">
              <a:spcBef>
                <a:spcPts val="670"/>
              </a:spcBef>
              <a:buNone/>
              <a:defRPr lang="en-us" sz="2000" cap="none"/>
            </a:pPr>
          </a:p>
          <a:p>
            <a:pPr marL="0" indent="0">
              <a:spcBef>
                <a:spcPts val="670"/>
              </a:spcBef>
              <a:buNone/>
              <a:defRPr lang="en-us" sz="2000" b="1" cap="none"/>
            </a:pPr>
            <a:r>
              <a:t>Customer Reason (Bubble Chart)</a:t>
            </a:r>
          </a:p>
          <a:p>
            <a:pPr marL="0" indent="0">
              <a:spcBef>
                <a:spcPts val="670"/>
              </a:spcBef>
              <a:buNone/>
              <a:defRPr lang="en-us" sz="2000" cap="none"/>
            </a:pPr>
            <a:r>
              <a:t>Grouped by churn reason</a:t>
            </a:r>
          </a:p>
          <a:p>
            <a:pPr marL="0" indent="0">
              <a:spcBef>
                <a:spcPts val="670"/>
              </a:spcBef>
              <a:buNone/>
              <a:defRPr lang="en-us" sz="2000" cap="none"/>
            </a:pPr>
            <a:r>
              <a:t>Bubble size: % of churned customers</a:t>
            </a:r>
          </a:p>
          <a:p>
            <a:pPr marL="0" indent="0">
              <a:spcBef>
                <a:spcPts val="670"/>
              </a:spcBef>
              <a:buNone/>
              <a:defRPr lang="en-us" sz="2000" cap="none"/>
            </a:pPr>
            <a:r>
              <a:t>Purpose: Highlight primary churn drivers</a:t>
            </a:r>
          </a:p>
          <a:p>
            <a:pPr marL="0" indent="0">
              <a:spcBef>
                <a:spcPts val="670"/>
              </a:spcBef>
              <a:buNone/>
              <a:defRPr lang="en-us" sz="2000" b="1" cap="none"/>
            </a:pPr>
          </a:p>
        </p:txBody>
      </p:sp>
    </p:spTree>
  </p:cSld>
  <p:clrMapOvr>
    <a:masterClrMapping/>
  </p:clrMapOvr>
  <p:timing>
    <p:tnLst>
      <p:par>
        <p:cTn id="1" dur="indefinite" restart="never" nodeType="tmRoot"/>
      </p:par>
    </p:tnLst>
  </p:timing>
</p:sld>
</file>

<file path=ppt/slides/slide1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2"/>
          <p:cNvSpPr>
            <a:spLocks noGrp="1" noChangeArrowheads="1"/>
            <a:extLst>
              <a:ext uri="smNativeData">
                <pr:smNativeData xmlns:pr="smNativeData" xmlns="smNativeData" val="SMDATA_15_N2eY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IAHAABwNQAAVB0AABAAAAAmAAAACAAAAAEAAAAAAAAA"/>
              </a:ext>
            </a:extLst>
          </p:cNvSpPr>
          <p:nvPr>
            <p:ph type="body" idx="1"/>
          </p:nvPr>
        </p:nvSpPr>
        <p:spPr>
          <a:xfrm>
            <a:off x="457200" y="1219200"/>
            <a:ext cx="8229600" cy="3548380"/>
          </a:xfrm>
        </p:spPr>
        <p:txBody>
          <a:bodyPr/>
          <a:lstStyle/>
          <a:p>
            <a:pPr marL="0" indent="0">
              <a:spcBef>
                <a:spcPts val="670"/>
              </a:spcBef>
              <a:buNone/>
              <a:defRPr lang="en-us" sz="2000" b="1" cap="none"/>
            </a:pPr>
            <a:r>
              <a:t>Gender &amp; Senior Citizen</a:t>
            </a:r>
          </a:p>
          <a:p>
            <a:pPr marL="0" indent="0">
              <a:spcBef>
                <a:spcPts val="670"/>
              </a:spcBef>
              <a:buNone/>
              <a:defRPr lang="en-us" sz="2000" cap="none"/>
            </a:pPr>
            <a:r>
              <a:t>Segmented by demographic categories</a:t>
            </a:r>
          </a:p>
          <a:p>
            <a:pPr marL="0" indent="0">
              <a:spcBef>
                <a:spcPts val="670"/>
              </a:spcBef>
              <a:buNone/>
              <a:defRPr lang="en-us" sz="2000" cap="none"/>
            </a:pPr>
            <a:r>
              <a:t>Metric: Average churn rate</a:t>
            </a:r>
          </a:p>
          <a:p>
            <a:pPr marL="0" indent="0">
              <a:spcBef>
                <a:spcPts val="670"/>
              </a:spcBef>
              <a:buNone/>
              <a:defRPr lang="en-us" sz="2000" cap="none"/>
            </a:pPr>
            <a:r>
              <a:t>Purpose: Evaluate demographic influence on churn</a:t>
            </a:r>
          </a:p>
          <a:p>
            <a:pPr marL="0" indent="0">
              <a:spcBef>
                <a:spcPts val="670"/>
              </a:spcBef>
              <a:buNone/>
              <a:defRPr lang="en-us" sz="2000" b="1" cap="none"/>
            </a:pPr>
          </a:p>
        </p:txBody>
      </p:sp>
    </p:spTree>
  </p:cSld>
  <p:clrMapOvr>
    <a:masterClrMapping/>
  </p:clrMapOvr>
  <p:timing>
    <p:tnLst>
      <p:par>
        <p:cTn id="1" dur="indefinite" restart="never" nodeType="tmRoot"/>
      </p:par>
    </p:tnLst>
  </p:timing>
</p:sld>
</file>

<file path=ppt/slides/slide1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CQ4AAOEAAABwNQAAcAYAABAAAAAmAAAACAAAAAAgAAAAAAAA"/>
              </a:ext>
            </a:extLst>
          </p:cNvSpPr>
          <p:nvPr>
            <p:ph type="title"/>
          </p:nvPr>
        </p:nvSpPr>
        <p:spPr/>
        <p:txBody>
          <a:bodyPr vert="horz" wrap="square" lIns="91440" tIns="45720" rIns="91440" bIns="45720" numCol="1" spcCol="215900" anchor="ctr">
            <a:prstTxWarp prst="textNoShape">
              <a:avLst/>
            </a:prstTxWarp>
          </a:bodyPr>
          <a:lstStyle/>
          <a:p>
            <a:pPr>
              <a:spcBef>
                <a:spcPts val="0"/>
              </a:spcBef>
              <a:defRPr lang="en-us"/>
            </a:pPr>
            <a:r>
              <a:t>Key Conclusions</a:t>
            </a:r>
          </a:p>
        </p:txBody>
      </p:sp>
      <p:sp>
        <p:nvSpPr>
          <p:cNvPr id="3" name="Rectangle1"/>
          <p:cNvSpPr>
            <a:extLst>
              <a:ext uri="smNativeData">
                <pr:smNativeData xmlns:pr="smNativeData" xmlns="smNativeData" val="SMDATA_15_N2eYaRMAAAAlAAAAZAAAAA8B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pHk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7uzhA8zMzADAwP8Af39/AAAAAAAAAAAAAAAAAAAAAAAAAAAAIQAAABgAAAAUAAAA8AAAAIAHAABQNwAA8B4AABAAAAAmAAAACAAAAP//////////"/>
              </a:ext>
            </a:extLst>
          </p:cNvSpPr>
          <p:nvPr/>
        </p:nvSpPr>
        <p:spPr>
          <a:xfrm>
            <a:off x="152400" y="1219200"/>
            <a:ext cx="8839200" cy="3810000"/>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ctr"/>
          <a:lstStyle/>
          <a:p>
            <a:pPr>
              <a:spcBef>
                <a:spcPts val="670"/>
              </a:spcBef>
              <a:buFont typeface="Wingdings" pitchFamily="2" charset="2"/>
              <a:buChar char=""/>
              <a:defRPr lang="en-us" cap="none">
                <a:effectLst>
                  <a:outerShdw dist="63500" dir="3600000" algn="tl" rotWithShape="0">
                    <a:srgbClr val="000000">
                      <a:alpha val="40000"/>
                    </a:srgbClr>
                  </a:outerShdw>
                </a:effectLst>
              </a:defRPr>
            </a:pPr>
            <a:r>
              <a:t>Month-to-month contract customers are highest churn risk</a:t>
            </a:r>
          </a:p>
          <a:p>
            <a:pPr>
              <a:spcBef>
                <a:spcPts val="670"/>
              </a:spcBef>
              <a:buFont typeface="Wingdings" pitchFamily="2" charset="2"/>
              <a:buChar char=""/>
              <a:defRPr lang="en-us" cap="none">
                <a:effectLst>
                  <a:outerShdw dist="63500" dir="3600000" algn="tl" rotWithShape="0">
                    <a:srgbClr val="000000">
                      <a:alpha val="40000"/>
                    </a:srgbClr>
                  </a:outerShdw>
                </a:effectLst>
              </a:defRPr>
            </a:pPr>
            <a:r>
              <a:t>Electronic Check Payments- linked to highest churn</a:t>
            </a:r>
          </a:p>
          <a:p>
            <a:pPr>
              <a:spcBef>
                <a:spcPts val="670"/>
              </a:spcBef>
              <a:buFont typeface="Wingdings" pitchFamily="2" charset="2"/>
              <a:buChar char=""/>
              <a:defRPr lang="en-us" cap="none">
                <a:effectLst>
                  <a:outerShdw dist="63500" dir="3600000" algn="tl" rotWithShape="0">
                    <a:srgbClr val="000000">
                      <a:alpha val="40000"/>
                    </a:srgbClr>
                  </a:outerShdw>
                </a:effectLst>
              </a:defRPr>
            </a:pPr>
            <a:r>
              <a:t>Fibre optic customers- churn more than DSL(telephonic landline)</a:t>
            </a:r>
          </a:p>
          <a:p>
            <a:pPr>
              <a:spcBef>
                <a:spcPts val="670"/>
              </a:spcBef>
              <a:buFont typeface="Wingdings" pitchFamily="2" charset="2"/>
              <a:buChar char=""/>
              <a:defRPr lang="en-us" cap="none">
                <a:effectLst>
                  <a:outerShdw dist="63500" dir="3600000" algn="tl" rotWithShape="0">
                    <a:srgbClr val="000000">
                      <a:alpha val="40000"/>
                    </a:srgbClr>
                  </a:outerShdw>
                </a:effectLst>
              </a:defRPr>
            </a:pPr>
            <a:r>
              <a:t>Highly monthly charges(0-10 range)- churn spikes.</a:t>
            </a:r>
          </a:p>
          <a:p>
            <a:pPr>
              <a:spcBef>
                <a:spcPts val="670"/>
              </a:spcBef>
              <a:buFont typeface="Wingdings" pitchFamily="2" charset="2"/>
              <a:buChar char=""/>
              <a:defRPr lang="en-us" cap="none">
                <a:effectLst>
                  <a:outerShdw dist="63500" dir="3600000" algn="tl" rotWithShape="0">
                    <a:srgbClr val="000000">
                      <a:alpha val="40000"/>
                    </a:srgbClr>
                  </a:outerShdw>
                </a:effectLst>
              </a:defRPr>
            </a:pPr>
            <a:r>
              <a:t>Tenure- customers who survive the first year are more likely to stay long term.</a:t>
            </a:r>
          </a:p>
          <a:p>
            <a:pPr>
              <a:spcBef>
                <a:spcPts val="670"/>
              </a:spcBef>
              <a:buFont typeface="Wingdings" pitchFamily="2" charset="2"/>
              <a:buChar char=""/>
              <a:defRPr lang="en-us" cap="none">
                <a:effectLst>
                  <a:outerShdw dist="63500" dir="3600000" algn="tl" rotWithShape="0">
                    <a:srgbClr val="000000">
                      <a:alpha val="40000"/>
                    </a:srgbClr>
                  </a:outerShdw>
                </a:effectLst>
              </a:defRPr>
            </a:pPr>
            <a:r>
              <a:t>Gender-wise churn rate is nearly identical (~26%), indicating gender is not a strong predictor   of churn.</a:t>
            </a:r>
          </a:p>
          <a:p>
            <a:pPr>
              <a:spcBef>
                <a:spcPts val="670"/>
              </a:spcBef>
              <a:buFont typeface="Wingdings" pitchFamily="2" charset="2"/>
              <a:buChar char=""/>
              <a:defRPr lang="en-us" cap="none">
                <a:effectLst>
                  <a:outerShdw dist="63500" dir="3600000" algn="tl" rotWithShape="0">
                    <a:srgbClr val="000000">
                      <a:alpha val="40000"/>
                    </a:srgbClr>
                  </a:outerShdw>
                </a:effectLst>
              </a:defRPr>
            </a:pPr>
            <a:r>
              <a:t>Senior citizens show a distinct churn pattern compared to non-senior customers.</a:t>
            </a:r>
          </a:p>
          <a:p>
            <a:pPr>
              <a:spcBef>
                <a:spcPts val="670"/>
              </a:spcBef>
              <a:buFont typeface="Wingdings" pitchFamily="2" charset="2"/>
              <a:buChar char=""/>
              <a:defRPr lang="en-us" cap="none">
                <a:effectLst>
                  <a:outerShdw dist="63500" dir="3600000" algn="tl" rotWithShape="0">
                    <a:srgbClr val="000000">
                      <a:alpha val="40000"/>
                    </a:srgbClr>
                  </a:outerShdw>
                </a:effectLst>
              </a:defRPr>
            </a:pPr>
            <a:r>
              <a:t>Customer-reported churn reasons highlight competitor offers, customer support experience (attitude of service personnel), and device-related concerns as key drivers of attrition.</a:t>
            </a:r>
          </a:p>
        </p:txBody>
      </p:sp>
    </p:spTree>
  </p:cSld>
  <p:clrMapOvr>
    <a:masterClrMapping/>
  </p:clrMapOvr>
  <p:timing>
    <p:tnLst>
      <p:par>
        <p:cTn id="1" dur="indefinite" restart="never" nodeType="tmRoot"/>
      </p:par>
    </p:tnLst>
  </p:timing>
</p:sld>
</file>

<file path=ppt/slides/slide1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cAgAAOEAAABwNQAAcAYAABAAAAAmAAAACAAAAAEgAAAAAAAA"/>
              </a:ext>
            </a:extLst>
          </p:cNvSpPr>
          <p:nvPr>
            <p:ph type="title"/>
          </p:nvPr>
        </p:nvSpPr>
        <p:spPr>
          <a:xfrm>
            <a:off x="1371600" y="142875"/>
            <a:ext cx="7315200" cy="903605"/>
          </a:xfrm>
        </p:spPr>
        <p:txBody>
          <a:bodyPr vert="horz" wrap="square" lIns="91440" tIns="45720" rIns="91440" bIns="45720" numCol="1" spcCol="215900" anchor="ctr">
            <a:prstTxWarp prst="textNoShape">
              <a:avLst/>
            </a:prstTxWarp>
          </a:bodyPr>
          <a:lstStyle/>
          <a:p>
            <a:pPr>
              <a:spcBef>
                <a:spcPts val="0"/>
              </a:spcBef>
              <a:defRPr lang="en-us"/>
            </a:pPr>
            <a:r>
              <a:t>Business Recommendations</a:t>
            </a:r>
          </a:p>
        </p:txBody>
      </p:sp>
      <p:sp>
        <p:nvSpPr>
          <p:cNvPr id="3" name="Rectangle1"/>
          <p:cNvSpPr>
            <a:extLst>
              <a:ext uri="smNativeData">
                <pr:smNativeData xmlns:pr="smNativeData" xmlns="smNativeData" val="SMDATA_15_N2eYaRMAAAAlAAAAZAAAAA8B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pHk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7uzhA8zMzADAwP8Af39/AAAAAAAAAAAAAAAAAAAAAAAAAAAAIQAAABgAAAAUAAAA8AAAAIAHAABQNwAA8B4AABAAAAAmAAAACAAAAP//////////"/>
              </a:ext>
            </a:extLst>
          </p:cNvSpPr>
          <p:nvPr/>
        </p:nvSpPr>
        <p:spPr>
          <a:xfrm>
            <a:off x="152400" y="1219200"/>
            <a:ext cx="8839200" cy="3810000"/>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ctr"/>
          <a:lstStyle/>
          <a:p>
            <a:pPr>
              <a:spcBef>
                <a:spcPts val="670"/>
              </a:spcBef>
              <a:buNone/>
              <a:defRPr lang="en-us" sz="2000" cap="none">
                <a:effectLst>
                  <a:outerShdw dist="63500" dir="3600000" algn="tl" rotWithShape="0">
                    <a:srgbClr val="000000">
                      <a:alpha val="40000"/>
                    </a:srgbClr>
                  </a:outerShdw>
                </a:effectLst>
              </a:defRPr>
            </a:pPr>
            <a:r>
              <a:t>Based on the analysis, here are actions that can help reduce churn:</a:t>
            </a:r>
          </a:p>
          <a:p>
            <a:pPr>
              <a:spcBef>
                <a:spcPts val="670"/>
              </a:spcBef>
              <a:buNone/>
              <a:defRPr lang="en-us" sz="2000" cap="none">
                <a:effectLst>
                  <a:outerShdw dist="63500" dir="3600000" algn="tl" rotWithShape="0">
                    <a:srgbClr val="000000">
                      <a:alpha val="40000"/>
                    </a:srgbClr>
                  </a:outerShdw>
                </a:effectLst>
              </a:defRPr>
            </a:pPr>
            <a:r>
              <a:t>1. Improve onboarding for new customers(0-12 months).</a:t>
            </a:r>
          </a:p>
          <a:p>
            <a:pPr>
              <a:spcBef>
                <a:spcPts val="670"/>
              </a:spcBef>
              <a:buNone/>
              <a:defRPr lang="en-us" sz="2000" cap="none">
                <a:effectLst>
                  <a:outerShdw dist="63500" dir="3600000" algn="tl" rotWithShape="0">
                    <a:srgbClr val="000000">
                      <a:alpha val="40000"/>
                    </a:srgbClr>
                  </a:outerShdw>
                </a:effectLst>
              </a:defRPr>
            </a:pPr>
            <a:r>
              <a:t>2. Encourage long-term contracts with discounts.</a:t>
            </a:r>
          </a:p>
          <a:p>
            <a:pPr>
              <a:spcBef>
                <a:spcPts val="670"/>
              </a:spcBef>
              <a:buNone/>
              <a:defRPr lang="en-us" sz="2000" cap="none">
                <a:effectLst>
                  <a:outerShdw dist="63500" dir="3600000" algn="tl" rotWithShape="0">
                    <a:srgbClr val="000000">
                      <a:alpha val="40000"/>
                    </a:srgbClr>
                  </a:outerShdw>
                </a:effectLst>
              </a:defRPr>
            </a:pPr>
            <a:r>
              <a:t>3. Promote automatic payments methods over electronic checks.</a:t>
            </a:r>
          </a:p>
          <a:p>
            <a:pPr>
              <a:spcBef>
                <a:spcPts val="670"/>
              </a:spcBef>
              <a:buNone/>
              <a:defRPr lang="en-us" sz="2000" cap="none">
                <a:effectLst>
                  <a:outerShdw dist="63500" dir="3600000" algn="tl" rotWithShape="0">
                    <a:srgbClr val="000000">
                      <a:alpha val="40000"/>
                    </a:srgbClr>
                  </a:outerShdw>
                </a:effectLst>
              </a:defRPr>
            </a:pPr>
            <a:r>
              <a:t>4. Investigate Fibre Optic service quality issues.</a:t>
            </a:r>
          </a:p>
          <a:p>
            <a:pPr>
              <a:spcBef>
                <a:spcPts val="670"/>
              </a:spcBef>
              <a:buNone/>
              <a:defRPr lang="en-us" sz="2000" cap="none">
                <a:effectLst>
                  <a:outerShdw dist="63500" dir="3600000" algn="tl" rotWithShape="0">
                    <a:srgbClr val="000000">
                      <a:alpha val="40000"/>
                    </a:srgbClr>
                  </a:outerShdw>
                </a:effectLst>
              </a:defRPr>
            </a:pPr>
            <a:r>
              <a:t>5. Reward loyal customers with perks and recognition.</a:t>
            </a:r>
          </a:p>
          <a:p>
            <a:pPr>
              <a:spcBef>
                <a:spcPts val="670"/>
              </a:spcBef>
              <a:buNone/>
              <a:defRPr lang="en-us" sz="2000" cap="none">
                <a:effectLst>
                  <a:outerShdw dist="63500" dir="3600000" algn="tl" rotWithShape="0">
                    <a:srgbClr val="000000">
                      <a:alpha val="40000"/>
                    </a:srgbClr>
                  </a:outerShdw>
                </a:effectLst>
              </a:defRPr>
            </a:pPr>
            <a:r>
              <a:t>6. Establish service quality monitoring through regular call audits and customer feedback     reviews.</a:t>
            </a:r>
          </a:p>
          <a:p>
            <a:pPr>
              <a:spcBef>
                <a:spcPts val="670"/>
              </a:spcBef>
              <a:buNone/>
              <a:defRPr lang="en-us" cap="none">
                <a:effectLst>
                  <a:outerShdw dist="63500" dir="3600000" algn="tl" rotWithShape="0">
                    <a:srgbClr val="000000">
                      <a:alpha val="40000"/>
                    </a:srgbClr>
                  </a:outerShdw>
                </a:effectLst>
              </a:defRPr>
            </a:pPr>
          </a:p>
        </p:txBody>
      </p:sp>
    </p:spTree>
  </p:cSld>
  <p:clrMapOvr>
    <a:masterClrMapping/>
  </p:clrMapOvr>
  <p:timing>
    <p:tnLst>
      <p:par>
        <p:cTn id="1" dur="indefinite" restart="never" nodeType="tmRoot"/>
      </p:par>
    </p:tnLst>
  </p:timing>
</p:sld>
</file>

<file path=ppt/slides/slide1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3"/>
          <p:cNvSpPr>
            <a:spLocks noGrp="1" noChangeArrowheads="1"/>
            <a:extLst>
              <a:ext uri="smNativeData">
                <pr:smNativeData xmlns:pr="smNativeData" xmlns="smNativeData" val="SMDATA_15_N2eY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UAMAAMoAAAD9NAAAXgcAABAAAAAmAAAACAAAAAAgAAAAAAAA"/>
              </a:ext>
            </a:extLst>
          </p:cNvSpPr>
          <p:nvPr>
            <p:ph type="title"/>
          </p:nvPr>
        </p:nvSpPr>
        <p:spPr/>
        <p:txBody>
          <a:bodyPr vert="horz" wrap="square" lIns="91440" tIns="45720" rIns="91440" bIns="45720" numCol="1" spcCol="215900" anchor="ctr">
            <a:prstTxWarp prst="textNoShape">
              <a:avLst/>
            </a:prstTxWarp>
          </a:bodyPr>
          <a:lstStyle/>
          <a:p>
            <a:pPr>
              <a:defRPr lang="en-us"/>
            </a:pPr>
            <a:r>
              <a:t>References</a:t>
            </a:r>
          </a:p>
        </p:txBody>
      </p:sp>
      <p:sp>
        <p:nvSpPr>
          <p:cNvPr id="3" name="Text Placeholder 6"/>
          <p:cNvSpPr>
            <a:spLocks noGrp="1" noChangeArrowheads="1"/>
            <a:extLst>
              <a:ext uri="smNativeData">
                <pr:smNativeData xmlns:pr="smNativeData" xmlns="smNativeData" val="SMDATA_15_N2eY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0AIAAHAIAAD9NAAAwBIAABAAAAAmAAAACAAAAIGAAAAAAAAA"/>
              </a:ext>
            </a:extLst>
          </p:cNvSpPr>
          <p:nvPr>
            <p:ph type="body" idx="3"/>
          </p:nvPr>
        </p:nvSpPr>
        <p:spPr>
          <a:xfrm>
            <a:off x="457200" y="1371600"/>
            <a:ext cx="8156575" cy="1676400"/>
          </a:xfrm>
        </p:spPr>
        <p:txBody>
          <a:bodyPr vert="horz" wrap="square" lIns="91440" tIns="45720" rIns="91440" bIns="45720" numCol="1" spcCol="215900" anchor="b">
            <a:prstTxWarp prst="textNoShape">
              <a:avLst/>
            </a:prstTxWarp>
          </a:bodyPr>
          <a:lstStyle>
            <a:lvl1pPr marL="0" indent="0" algn="ctr">
              <a:buNone/>
              <a:defRPr lang="en-us" sz="2400" b="1" cap="none">
                <a:solidFill>
                  <a:schemeClr val="tx1"/>
                </a:solidFill>
              </a:defRPr>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lgn="l">
              <a:buFont typeface="Wingdings" pitchFamily="2" charset="2"/>
              <a:buChar char=""/>
              <a:defRPr lang="en-us" sz="2200" cap="none"/>
            </a:pPr>
            <a:r>
              <a:t>Kaggle-https://www.kaggle.com/datasets/mustafaoz158/telco-customer-churn</a:t>
            </a:r>
          </a:p>
          <a:p>
            <a:pPr algn="l">
              <a:buFont typeface="Wingdings" pitchFamily="2" charset="2"/>
              <a:buChar char=""/>
              <a:defRPr lang="en-us" sz="2200" cap="none"/>
            </a:pPr>
            <a:r>
              <a:t>Microsoft Excel</a:t>
            </a:r>
          </a:p>
        </p:txBody>
      </p:sp>
    </p:spTree>
  </p:cSld>
  <p:clrMapOvr>
    <a:masterClrMapping/>
  </p:clrMapOvr>
  <p:timing>
    <p:tnLst>
      <p:par>
        <p:cTn id="1" dur="indefinite" restart="never" nodeType="tmRoot"/>
      </p:par>
    </p:tnLst>
  </p:timing>
</p:sld>
</file>

<file path=ppt/slides/slide1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1"/>
          <p:cNvSpPr>
            <a:extLst>
              <a:ext uri="smNativeData">
                <pr:smNativeData xmlns:pr="smNativeData" xmlns="smNativeData" val="SMDATA_15_N2eYaRMAAAAlAAAAZAAAAA8BAAAAkAAAAEgAAACQAAAASAAAAAAAAAABAAAAAAAAAAEAAABQAAAAAAAAAAAA4D8AAAAAAADgPwAAAAAAAOA/AAAAAAAA4D8AAAAAAADgPwAAAAAAAOA/AAAAAAAA4D8AAAAAAADgPwAAAAAAAOA/AAAAAAAA4D8CAAAAjAAAAAEAAAAAAAAAptfjAP///wgAAAAAAAAAAAAAAAAAAAAAAAAAAAAAAAAAAAAAZAAAAAEAAABAAAAAAAAAAAAAAAAAAAAAAAAAAAAAAAAAAAAAAAAAAAAAAAAAAAAAAAAAAAAAAAAAAAAAAAAAAAAAAAAAAAAAAAAAAAAAAAAAAAAAAAAAAAAAAAAAAAAAFAAAADwAAAABAAAAAAAAAAAAAAkoAAAAAQAAAAIAAAAAAAAAAAAAAAAAAAAAAAAAZAAAAGQAAAAAAAAAZAAAAGQAAAAVAAAAYAAAAAAAAAAAAAAADwAAACADAAAAAAAAAAAAAAEAAACgMgAAVgcAAKr4//8BAAAAf39/AAEAAABkAAAAAAAAABQAAABAHwAAAAAAACYAAAAAAAAAwOD//wAAAAAmAAAAZAAAABYAAABMAAAAAQAAAAAAAAAEAAAAAAAAAAEAAADu7OEKMgAAAGQAAACc////ZAAAAGQAAAAAAAAAzMzMAAAAAABQAAAAUAAAAGQAAABkAAAAAAAAABcAAAAUAAAAAAAAAAAAAAD/fwAA/38AAAAAAAAJAAAABAAAAAAAAAAeAAAAaAAAAAAAAAAAAAAAAAAAAAAAAAAAAAAAECcAABAnAAAAAAAAAAAAAAAAAAAAAAAAAAAAAAAAAAAAAAAAAAAAAMg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tfjAP///wEAAAAAAAAAAAAAAAAAAAAAAAAAAAAAAAAAAAAAAAAAAAAAAAJ/f38A7uzhA8zMzADAwP8Af39/AAAAAAAAAAAAAAAAAAAAAAAAAAAAIQAAABgAAAAUAAAAMAwAADAMAACQJAAAkBUAABAAAAAmAAAACAAAAP//////////"/>
              </a:ext>
            </a:extLst>
          </p:cNvSpPr>
          <p:nvPr/>
        </p:nvSpPr>
        <p:spPr>
          <a:xfrm>
            <a:off x="1981200" y="1981200"/>
            <a:ext cx="3962400" cy="1524000"/>
          </a:xfrm>
          <a:prstGeom prst="rect">
            <a:avLst/>
          </a:prstGeom>
          <a:solidFill>
            <a:srgbClr val="A6D7E3"/>
          </a:solidFill>
          <a:ln w="25400" cap="flat" cmpd="sng" algn="ctr">
            <a:solidFill>
              <a:schemeClr val="tx1"/>
            </a:solidFill>
            <a:prstDash val="solid"/>
            <a:headEnd type="none"/>
            <a:tailEnd type="none"/>
          </a:ln>
          <a:effectLst>
            <a:outerShdw blurRad="127000" dist="89803" dir="18900000" algn="ctr">
              <a:schemeClr val="bg2">
                <a:alpha val="50000"/>
              </a:schemeClr>
            </a:outerShdw>
          </a:effectLst>
        </p:spPr>
        <p:txBody>
          <a:bodyPr vert="horz" wrap="square" numCol="1" spcCol="215900" anchor="ctr"/>
          <a:lstStyle/>
          <a:p>
            <a:pPr algn="ctr">
              <a:defRPr lang="en-us" sz="3600" cap="none">
                <a:solidFill>
                  <a:srgbClr val="FF0066"/>
                </a:solidFill>
                <a:effectLst>
                  <a:outerShdw dist="63500" dir="3600000" algn="tl" rotWithShape="0">
                    <a:srgbClr val="000000">
                      <a:alpha val="40000"/>
                    </a:srgbClr>
                  </a:outerShdw>
                </a:effectLst>
              </a:defRPr>
            </a:pPr>
            <a: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chris</cp:lastModifiedBy>
  <cp:revision>0</cp:revision>
  <dcterms:created xsi:type="dcterms:W3CDTF">2017-08-01T15:40:51Z</dcterms:created>
  <dcterms:modified xsi:type="dcterms:W3CDTF">2026-02-20T13:52:55Z</dcterms:modified>
</cp:coreProperties>
</file>